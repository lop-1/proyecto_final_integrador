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625C59-E2AE-4745-A4D8-78AB9E667EF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243C167-6F60-4D0E-8039-53667638FB7E}">
      <dgm:prSet/>
      <dgm:spPr/>
      <dgm:t>
        <a:bodyPr/>
        <a:lstStyle/>
        <a:p>
          <a:pPr>
            <a:lnSpc>
              <a:spcPct val="100000"/>
            </a:lnSpc>
          </a:pPr>
          <a:r>
            <a:rPr lang="es-PE" baseline="0" dirty="0"/>
            <a:t>Es una aplicación web integral que permite:</a:t>
          </a:r>
          <a:endParaRPr lang="en-US" dirty="0"/>
        </a:p>
      </dgm:t>
    </dgm:pt>
    <dgm:pt modelId="{9D8C060B-075A-43A7-AA9A-D72B58E0EE9E}" type="parTrans" cxnId="{27930461-79B3-48C4-9798-3A85744FC92A}">
      <dgm:prSet/>
      <dgm:spPr/>
      <dgm:t>
        <a:bodyPr/>
        <a:lstStyle/>
        <a:p>
          <a:endParaRPr lang="en-US"/>
        </a:p>
      </dgm:t>
    </dgm:pt>
    <dgm:pt modelId="{EAD005D9-51EB-4714-A915-D6497B07B62F}" type="sibTrans" cxnId="{27930461-79B3-48C4-9798-3A85744FC92A}">
      <dgm:prSet/>
      <dgm:spPr/>
      <dgm:t>
        <a:bodyPr/>
        <a:lstStyle/>
        <a:p>
          <a:endParaRPr lang="en-US"/>
        </a:p>
      </dgm:t>
    </dgm:pt>
    <dgm:pt modelId="{F2F37AB9-788A-41DB-A240-25E94753DD0A}">
      <dgm:prSet/>
      <dgm:spPr/>
      <dgm:t>
        <a:bodyPr/>
        <a:lstStyle/>
        <a:p>
          <a:pPr>
            <a:lnSpc>
              <a:spcPct val="100000"/>
            </a:lnSpc>
          </a:pPr>
          <a:r>
            <a:rPr lang="es-PE" baseline="0"/>
            <a:t>La gestión digital de libros y reservas.</a:t>
          </a:r>
          <a:endParaRPr lang="en-US"/>
        </a:p>
      </dgm:t>
    </dgm:pt>
    <dgm:pt modelId="{F00D7360-3A71-4A42-902B-E8CD730AAAE4}" type="parTrans" cxnId="{7D50C08B-9E1B-44AD-9DA5-17062096B6F7}">
      <dgm:prSet/>
      <dgm:spPr/>
      <dgm:t>
        <a:bodyPr/>
        <a:lstStyle/>
        <a:p>
          <a:endParaRPr lang="en-US"/>
        </a:p>
      </dgm:t>
    </dgm:pt>
    <dgm:pt modelId="{00F5210F-E951-45AF-BB5C-8470EEDBDF9D}" type="sibTrans" cxnId="{7D50C08B-9E1B-44AD-9DA5-17062096B6F7}">
      <dgm:prSet/>
      <dgm:spPr/>
      <dgm:t>
        <a:bodyPr/>
        <a:lstStyle/>
        <a:p>
          <a:endParaRPr lang="en-US"/>
        </a:p>
      </dgm:t>
    </dgm:pt>
    <dgm:pt modelId="{A08DFABD-3B68-4843-98CD-041B344903FB}">
      <dgm:prSet/>
      <dgm:spPr/>
      <dgm:t>
        <a:bodyPr/>
        <a:lstStyle/>
        <a:p>
          <a:pPr>
            <a:lnSpc>
              <a:spcPct val="100000"/>
            </a:lnSpc>
          </a:pPr>
          <a:r>
            <a:rPr lang="es-PE" baseline="0" dirty="0"/>
            <a:t>La administración de autores, categorías y editoriales</a:t>
          </a:r>
          <a:endParaRPr lang="en-US" dirty="0"/>
        </a:p>
      </dgm:t>
    </dgm:pt>
    <dgm:pt modelId="{51393491-D5E0-4F4B-BF56-D931DE808D10}" type="parTrans" cxnId="{375CADF5-327E-44DF-8148-592F26592B84}">
      <dgm:prSet/>
      <dgm:spPr/>
      <dgm:t>
        <a:bodyPr/>
        <a:lstStyle/>
        <a:p>
          <a:endParaRPr lang="en-US"/>
        </a:p>
      </dgm:t>
    </dgm:pt>
    <dgm:pt modelId="{75A7ADAA-5EC0-4935-8D88-ED74DABEAE6A}" type="sibTrans" cxnId="{375CADF5-327E-44DF-8148-592F26592B84}">
      <dgm:prSet/>
      <dgm:spPr/>
      <dgm:t>
        <a:bodyPr/>
        <a:lstStyle/>
        <a:p>
          <a:endParaRPr lang="en-US"/>
        </a:p>
      </dgm:t>
    </dgm:pt>
    <dgm:pt modelId="{9012B8C7-9DE0-4A9C-9B5B-018F1ACE7A4B}">
      <dgm:prSet/>
      <dgm:spPr/>
      <dgm:t>
        <a:bodyPr/>
        <a:lstStyle/>
        <a:p>
          <a:pPr>
            <a:lnSpc>
              <a:spcPct val="100000"/>
            </a:lnSpc>
          </a:pPr>
          <a:r>
            <a:rPr lang="es-PE" baseline="0" dirty="0"/>
            <a:t>Una experiencia sencilla tanto para usuarios lectores como para administradores.</a:t>
          </a:r>
          <a:endParaRPr lang="en-US" dirty="0"/>
        </a:p>
      </dgm:t>
    </dgm:pt>
    <dgm:pt modelId="{EC4102F6-612E-4813-91EE-916F0E4DC4E1}" type="parTrans" cxnId="{12BA3DC8-0309-4226-9A98-A8694FF4A029}">
      <dgm:prSet/>
      <dgm:spPr/>
      <dgm:t>
        <a:bodyPr/>
        <a:lstStyle/>
        <a:p>
          <a:endParaRPr lang="en-US"/>
        </a:p>
      </dgm:t>
    </dgm:pt>
    <dgm:pt modelId="{75257BC1-0234-41FA-B099-75F6E27A3705}" type="sibTrans" cxnId="{12BA3DC8-0309-4226-9A98-A8694FF4A029}">
      <dgm:prSet/>
      <dgm:spPr/>
      <dgm:t>
        <a:bodyPr/>
        <a:lstStyle/>
        <a:p>
          <a:endParaRPr lang="en-US"/>
        </a:p>
      </dgm:t>
    </dgm:pt>
    <dgm:pt modelId="{DAAC37AF-50A3-4546-A480-EA5C7D3E39A7}" type="pres">
      <dgm:prSet presAssocID="{DD625C59-E2AE-4745-A4D8-78AB9E667EFE}" presName="root" presStyleCnt="0">
        <dgm:presLayoutVars>
          <dgm:dir/>
          <dgm:resizeHandles val="exact"/>
        </dgm:presLayoutVars>
      </dgm:prSet>
      <dgm:spPr/>
    </dgm:pt>
    <dgm:pt modelId="{6DB148FC-3326-42FB-BF2C-F834C068F242}" type="pres">
      <dgm:prSet presAssocID="{D243C167-6F60-4D0E-8039-53667638FB7E}" presName="compNode" presStyleCnt="0"/>
      <dgm:spPr/>
    </dgm:pt>
    <dgm:pt modelId="{01CDF4B1-06E5-4D44-A334-A1DE99BA2ACC}" type="pres">
      <dgm:prSet presAssocID="{D243C167-6F60-4D0E-8039-53667638FB7E}" presName="bgRect" presStyleLbl="bgShp" presStyleIdx="0" presStyleCnt="4"/>
      <dgm:spPr/>
    </dgm:pt>
    <dgm:pt modelId="{FE3AFC09-1D19-4AB1-A0E6-84362B5A90D4}" type="pres">
      <dgm:prSet presAssocID="{D243C167-6F60-4D0E-8039-53667638FB7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7C13F2B5-D78F-4A11-83CB-5B3E6156E50C}" type="pres">
      <dgm:prSet presAssocID="{D243C167-6F60-4D0E-8039-53667638FB7E}" presName="spaceRect" presStyleCnt="0"/>
      <dgm:spPr/>
    </dgm:pt>
    <dgm:pt modelId="{54732C83-457C-4A5F-9CF4-97385E9F38FD}" type="pres">
      <dgm:prSet presAssocID="{D243C167-6F60-4D0E-8039-53667638FB7E}" presName="parTx" presStyleLbl="revTx" presStyleIdx="0" presStyleCnt="4">
        <dgm:presLayoutVars>
          <dgm:chMax val="0"/>
          <dgm:chPref val="0"/>
        </dgm:presLayoutVars>
      </dgm:prSet>
      <dgm:spPr/>
    </dgm:pt>
    <dgm:pt modelId="{DF1E8DBA-2C56-448A-A6DE-C4D0B3DB49BF}" type="pres">
      <dgm:prSet presAssocID="{EAD005D9-51EB-4714-A915-D6497B07B62F}" presName="sibTrans" presStyleCnt="0"/>
      <dgm:spPr/>
    </dgm:pt>
    <dgm:pt modelId="{8256E4D8-A5CF-4C3D-A12E-B98F4E70F26B}" type="pres">
      <dgm:prSet presAssocID="{F2F37AB9-788A-41DB-A240-25E94753DD0A}" presName="compNode" presStyleCnt="0"/>
      <dgm:spPr/>
    </dgm:pt>
    <dgm:pt modelId="{2FB2A231-B2A7-4FEA-869B-B023392372C8}" type="pres">
      <dgm:prSet presAssocID="{F2F37AB9-788A-41DB-A240-25E94753DD0A}" presName="bgRect" presStyleLbl="bgShp" presStyleIdx="1" presStyleCnt="4"/>
      <dgm:spPr/>
    </dgm:pt>
    <dgm:pt modelId="{16CE7B5C-0633-465F-84C2-7427F38EC264}" type="pres">
      <dgm:prSet presAssocID="{F2F37AB9-788A-41DB-A240-25E94753DD0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76D2AD29-0DF8-4B44-AE4C-01A453081426}" type="pres">
      <dgm:prSet presAssocID="{F2F37AB9-788A-41DB-A240-25E94753DD0A}" presName="spaceRect" presStyleCnt="0"/>
      <dgm:spPr/>
    </dgm:pt>
    <dgm:pt modelId="{8B1F6355-0B1D-46C5-9CAB-2755BEE12FD7}" type="pres">
      <dgm:prSet presAssocID="{F2F37AB9-788A-41DB-A240-25E94753DD0A}" presName="parTx" presStyleLbl="revTx" presStyleIdx="1" presStyleCnt="4">
        <dgm:presLayoutVars>
          <dgm:chMax val="0"/>
          <dgm:chPref val="0"/>
        </dgm:presLayoutVars>
      </dgm:prSet>
      <dgm:spPr/>
    </dgm:pt>
    <dgm:pt modelId="{840E0707-7F93-4EBA-AB32-735BAC819C9D}" type="pres">
      <dgm:prSet presAssocID="{00F5210F-E951-45AF-BB5C-8470EEDBDF9D}" presName="sibTrans" presStyleCnt="0"/>
      <dgm:spPr/>
    </dgm:pt>
    <dgm:pt modelId="{454563A5-5F25-4DBB-90B6-7B9D8D6B6B9E}" type="pres">
      <dgm:prSet presAssocID="{A08DFABD-3B68-4843-98CD-041B344903FB}" presName="compNode" presStyleCnt="0"/>
      <dgm:spPr/>
    </dgm:pt>
    <dgm:pt modelId="{83BF07D9-303C-4ABE-8C77-3D37C1DFC64D}" type="pres">
      <dgm:prSet presAssocID="{A08DFABD-3B68-4843-98CD-041B344903FB}" presName="bgRect" presStyleLbl="bgShp" presStyleIdx="2" presStyleCnt="4"/>
      <dgm:spPr/>
    </dgm:pt>
    <dgm:pt modelId="{CAE8BD37-AF23-474E-85D3-A3501837D102}" type="pres">
      <dgm:prSet presAssocID="{A08DFABD-3B68-4843-98CD-041B344903F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iódico"/>
        </a:ext>
      </dgm:extLst>
    </dgm:pt>
    <dgm:pt modelId="{840B4E5F-B249-4E22-B23D-247BF448CE99}" type="pres">
      <dgm:prSet presAssocID="{A08DFABD-3B68-4843-98CD-041B344903FB}" presName="spaceRect" presStyleCnt="0"/>
      <dgm:spPr/>
    </dgm:pt>
    <dgm:pt modelId="{DB0F3F26-B6F5-45CD-AC54-88B7E5ECD3CE}" type="pres">
      <dgm:prSet presAssocID="{A08DFABD-3B68-4843-98CD-041B344903FB}" presName="parTx" presStyleLbl="revTx" presStyleIdx="2" presStyleCnt="4">
        <dgm:presLayoutVars>
          <dgm:chMax val="0"/>
          <dgm:chPref val="0"/>
        </dgm:presLayoutVars>
      </dgm:prSet>
      <dgm:spPr/>
    </dgm:pt>
    <dgm:pt modelId="{A19C51BE-A9D3-485D-BABF-B1271288A12A}" type="pres">
      <dgm:prSet presAssocID="{75A7ADAA-5EC0-4935-8D88-ED74DABEAE6A}" presName="sibTrans" presStyleCnt="0"/>
      <dgm:spPr/>
    </dgm:pt>
    <dgm:pt modelId="{252790E5-42B9-4123-964A-0AA0875E0C83}" type="pres">
      <dgm:prSet presAssocID="{9012B8C7-9DE0-4A9C-9B5B-018F1ACE7A4B}" presName="compNode" presStyleCnt="0"/>
      <dgm:spPr/>
    </dgm:pt>
    <dgm:pt modelId="{A79FA9ED-1671-4B65-99A4-85B4F02B4B45}" type="pres">
      <dgm:prSet presAssocID="{9012B8C7-9DE0-4A9C-9B5B-018F1ACE7A4B}" presName="bgRect" presStyleLbl="bgShp" presStyleIdx="3" presStyleCnt="4"/>
      <dgm:spPr/>
    </dgm:pt>
    <dgm:pt modelId="{B1AA5DC4-9A24-4AD7-A6B6-6E4B2AAE8098}" type="pres">
      <dgm:prSet presAssocID="{9012B8C7-9DE0-4A9C-9B5B-018F1ACE7A4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s"/>
        </a:ext>
      </dgm:extLst>
    </dgm:pt>
    <dgm:pt modelId="{E2186A9D-8432-4CDE-B3D1-44A80027FE7C}" type="pres">
      <dgm:prSet presAssocID="{9012B8C7-9DE0-4A9C-9B5B-018F1ACE7A4B}" presName="spaceRect" presStyleCnt="0"/>
      <dgm:spPr/>
    </dgm:pt>
    <dgm:pt modelId="{59E91A7E-C34F-463F-A505-254E6DD29E8D}" type="pres">
      <dgm:prSet presAssocID="{9012B8C7-9DE0-4A9C-9B5B-018F1ACE7A4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D8DDB23-6470-4FC8-95C8-EFC9E39F7498}" type="presOf" srcId="{DD625C59-E2AE-4745-A4D8-78AB9E667EFE}" destId="{DAAC37AF-50A3-4546-A480-EA5C7D3E39A7}" srcOrd="0" destOrd="0" presId="urn:microsoft.com/office/officeart/2018/2/layout/IconVerticalSolidList"/>
    <dgm:cxn modelId="{E7F6203C-C048-4FF0-9D2A-0556D0140FDD}" type="presOf" srcId="{F2F37AB9-788A-41DB-A240-25E94753DD0A}" destId="{8B1F6355-0B1D-46C5-9CAB-2755BEE12FD7}" srcOrd="0" destOrd="0" presId="urn:microsoft.com/office/officeart/2018/2/layout/IconVerticalSolidList"/>
    <dgm:cxn modelId="{27930461-79B3-48C4-9798-3A85744FC92A}" srcId="{DD625C59-E2AE-4745-A4D8-78AB9E667EFE}" destId="{D243C167-6F60-4D0E-8039-53667638FB7E}" srcOrd="0" destOrd="0" parTransId="{9D8C060B-075A-43A7-AA9A-D72B58E0EE9E}" sibTransId="{EAD005D9-51EB-4714-A915-D6497B07B62F}"/>
    <dgm:cxn modelId="{F8172053-7768-449E-BBC0-86EB49EEE9D3}" type="presOf" srcId="{A08DFABD-3B68-4843-98CD-041B344903FB}" destId="{DB0F3F26-B6F5-45CD-AC54-88B7E5ECD3CE}" srcOrd="0" destOrd="0" presId="urn:microsoft.com/office/officeart/2018/2/layout/IconVerticalSolidList"/>
    <dgm:cxn modelId="{7D50C08B-9E1B-44AD-9DA5-17062096B6F7}" srcId="{DD625C59-E2AE-4745-A4D8-78AB9E667EFE}" destId="{F2F37AB9-788A-41DB-A240-25E94753DD0A}" srcOrd="1" destOrd="0" parTransId="{F00D7360-3A71-4A42-902B-E8CD730AAAE4}" sibTransId="{00F5210F-E951-45AF-BB5C-8470EEDBDF9D}"/>
    <dgm:cxn modelId="{6F301BA0-0F76-45D5-B213-47C6EBF74A98}" type="presOf" srcId="{9012B8C7-9DE0-4A9C-9B5B-018F1ACE7A4B}" destId="{59E91A7E-C34F-463F-A505-254E6DD29E8D}" srcOrd="0" destOrd="0" presId="urn:microsoft.com/office/officeart/2018/2/layout/IconVerticalSolidList"/>
    <dgm:cxn modelId="{177D6BC2-0338-4D8A-8F30-1801733D0E68}" type="presOf" srcId="{D243C167-6F60-4D0E-8039-53667638FB7E}" destId="{54732C83-457C-4A5F-9CF4-97385E9F38FD}" srcOrd="0" destOrd="0" presId="urn:microsoft.com/office/officeart/2018/2/layout/IconVerticalSolidList"/>
    <dgm:cxn modelId="{12BA3DC8-0309-4226-9A98-A8694FF4A029}" srcId="{DD625C59-E2AE-4745-A4D8-78AB9E667EFE}" destId="{9012B8C7-9DE0-4A9C-9B5B-018F1ACE7A4B}" srcOrd="3" destOrd="0" parTransId="{EC4102F6-612E-4813-91EE-916F0E4DC4E1}" sibTransId="{75257BC1-0234-41FA-B099-75F6E27A3705}"/>
    <dgm:cxn modelId="{375CADF5-327E-44DF-8148-592F26592B84}" srcId="{DD625C59-E2AE-4745-A4D8-78AB9E667EFE}" destId="{A08DFABD-3B68-4843-98CD-041B344903FB}" srcOrd="2" destOrd="0" parTransId="{51393491-D5E0-4F4B-BF56-D931DE808D10}" sibTransId="{75A7ADAA-5EC0-4935-8D88-ED74DABEAE6A}"/>
    <dgm:cxn modelId="{2BFA2DD1-57F6-476D-81AD-D800EA26BF7F}" type="presParOf" srcId="{DAAC37AF-50A3-4546-A480-EA5C7D3E39A7}" destId="{6DB148FC-3326-42FB-BF2C-F834C068F242}" srcOrd="0" destOrd="0" presId="urn:microsoft.com/office/officeart/2018/2/layout/IconVerticalSolidList"/>
    <dgm:cxn modelId="{E278DF39-CF64-4297-8F78-E24A9418CBE2}" type="presParOf" srcId="{6DB148FC-3326-42FB-BF2C-F834C068F242}" destId="{01CDF4B1-06E5-4D44-A334-A1DE99BA2ACC}" srcOrd="0" destOrd="0" presId="urn:microsoft.com/office/officeart/2018/2/layout/IconVerticalSolidList"/>
    <dgm:cxn modelId="{09A27960-CE96-4E34-B1CF-C9BDE58D774D}" type="presParOf" srcId="{6DB148FC-3326-42FB-BF2C-F834C068F242}" destId="{FE3AFC09-1D19-4AB1-A0E6-84362B5A90D4}" srcOrd="1" destOrd="0" presId="urn:microsoft.com/office/officeart/2018/2/layout/IconVerticalSolidList"/>
    <dgm:cxn modelId="{37D2AC8C-88A3-4085-A374-648727D7328F}" type="presParOf" srcId="{6DB148FC-3326-42FB-BF2C-F834C068F242}" destId="{7C13F2B5-D78F-4A11-83CB-5B3E6156E50C}" srcOrd="2" destOrd="0" presId="urn:microsoft.com/office/officeart/2018/2/layout/IconVerticalSolidList"/>
    <dgm:cxn modelId="{6C7CC9A1-84FD-493A-AC0B-AC711F888A44}" type="presParOf" srcId="{6DB148FC-3326-42FB-BF2C-F834C068F242}" destId="{54732C83-457C-4A5F-9CF4-97385E9F38FD}" srcOrd="3" destOrd="0" presId="urn:microsoft.com/office/officeart/2018/2/layout/IconVerticalSolidList"/>
    <dgm:cxn modelId="{51BF9332-594E-425A-BDF1-204B80DF0E34}" type="presParOf" srcId="{DAAC37AF-50A3-4546-A480-EA5C7D3E39A7}" destId="{DF1E8DBA-2C56-448A-A6DE-C4D0B3DB49BF}" srcOrd="1" destOrd="0" presId="urn:microsoft.com/office/officeart/2018/2/layout/IconVerticalSolidList"/>
    <dgm:cxn modelId="{410F5CD1-897B-4269-8BD3-FD87F24FDB92}" type="presParOf" srcId="{DAAC37AF-50A3-4546-A480-EA5C7D3E39A7}" destId="{8256E4D8-A5CF-4C3D-A12E-B98F4E70F26B}" srcOrd="2" destOrd="0" presId="urn:microsoft.com/office/officeart/2018/2/layout/IconVerticalSolidList"/>
    <dgm:cxn modelId="{DBF22448-11A9-4F55-9565-D6FE881ACD25}" type="presParOf" srcId="{8256E4D8-A5CF-4C3D-A12E-B98F4E70F26B}" destId="{2FB2A231-B2A7-4FEA-869B-B023392372C8}" srcOrd="0" destOrd="0" presId="urn:microsoft.com/office/officeart/2018/2/layout/IconVerticalSolidList"/>
    <dgm:cxn modelId="{DF55AB80-6F70-4051-9C8C-1CA1E4CADAE8}" type="presParOf" srcId="{8256E4D8-A5CF-4C3D-A12E-B98F4E70F26B}" destId="{16CE7B5C-0633-465F-84C2-7427F38EC264}" srcOrd="1" destOrd="0" presId="urn:microsoft.com/office/officeart/2018/2/layout/IconVerticalSolidList"/>
    <dgm:cxn modelId="{5C250718-712C-4843-B23D-F0A81FFCFE48}" type="presParOf" srcId="{8256E4D8-A5CF-4C3D-A12E-B98F4E70F26B}" destId="{76D2AD29-0DF8-4B44-AE4C-01A453081426}" srcOrd="2" destOrd="0" presId="urn:microsoft.com/office/officeart/2018/2/layout/IconVerticalSolidList"/>
    <dgm:cxn modelId="{8AA9CDCA-D78D-40A0-AA10-50CF422FB1E4}" type="presParOf" srcId="{8256E4D8-A5CF-4C3D-A12E-B98F4E70F26B}" destId="{8B1F6355-0B1D-46C5-9CAB-2755BEE12FD7}" srcOrd="3" destOrd="0" presId="urn:microsoft.com/office/officeart/2018/2/layout/IconVerticalSolidList"/>
    <dgm:cxn modelId="{8717F3B2-6BB5-4DB9-8D01-8AC8C69A5627}" type="presParOf" srcId="{DAAC37AF-50A3-4546-A480-EA5C7D3E39A7}" destId="{840E0707-7F93-4EBA-AB32-735BAC819C9D}" srcOrd="3" destOrd="0" presId="urn:microsoft.com/office/officeart/2018/2/layout/IconVerticalSolidList"/>
    <dgm:cxn modelId="{B12442A7-1E26-443C-9ABD-DCDDA3863F9A}" type="presParOf" srcId="{DAAC37AF-50A3-4546-A480-EA5C7D3E39A7}" destId="{454563A5-5F25-4DBB-90B6-7B9D8D6B6B9E}" srcOrd="4" destOrd="0" presId="urn:microsoft.com/office/officeart/2018/2/layout/IconVerticalSolidList"/>
    <dgm:cxn modelId="{8C1D737F-0E8B-4E2F-9C3C-2F6D4E673BDA}" type="presParOf" srcId="{454563A5-5F25-4DBB-90B6-7B9D8D6B6B9E}" destId="{83BF07D9-303C-4ABE-8C77-3D37C1DFC64D}" srcOrd="0" destOrd="0" presId="urn:microsoft.com/office/officeart/2018/2/layout/IconVerticalSolidList"/>
    <dgm:cxn modelId="{A266DBB4-63E2-4FEE-A6F4-A6CA137E44A4}" type="presParOf" srcId="{454563A5-5F25-4DBB-90B6-7B9D8D6B6B9E}" destId="{CAE8BD37-AF23-474E-85D3-A3501837D102}" srcOrd="1" destOrd="0" presId="urn:microsoft.com/office/officeart/2018/2/layout/IconVerticalSolidList"/>
    <dgm:cxn modelId="{D91695E0-FF93-4D5F-8BB5-18BF6A9FE99D}" type="presParOf" srcId="{454563A5-5F25-4DBB-90B6-7B9D8D6B6B9E}" destId="{840B4E5F-B249-4E22-B23D-247BF448CE99}" srcOrd="2" destOrd="0" presId="urn:microsoft.com/office/officeart/2018/2/layout/IconVerticalSolidList"/>
    <dgm:cxn modelId="{5D18DFA5-587A-4C24-88A2-029112A51068}" type="presParOf" srcId="{454563A5-5F25-4DBB-90B6-7B9D8D6B6B9E}" destId="{DB0F3F26-B6F5-45CD-AC54-88B7E5ECD3CE}" srcOrd="3" destOrd="0" presId="urn:microsoft.com/office/officeart/2018/2/layout/IconVerticalSolidList"/>
    <dgm:cxn modelId="{92ED8854-0696-4031-A129-3DB9BD517706}" type="presParOf" srcId="{DAAC37AF-50A3-4546-A480-EA5C7D3E39A7}" destId="{A19C51BE-A9D3-485D-BABF-B1271288A12A}" srcOrd="5" destOrd="0" presId="urn:microsoft.com/office/officeart/2018/2/layout/IconVerticalSolidList"/>
    <dgm:cxn modelId="{F9C31F80-FC71-4045-9DA3-81E85E7D7C68}" type="presParOf" srcId="{DAAC37AF-50A3-4546-A480-EA5C7D3E39A7}" destId="{252790E5-42B9-4123-964A-0AA0875E0C83}" srcOrd="6" destOrd="0" presId="urn:microsoft.com/office/officeart/2018/2/layout/IconVerticalSolidList"/>
    <dgm:cxn modelId="{E96BA8BD-FA28-444C-8BE2-02D5A15D5EE7}" type="presParOf" srcId="{252790E5-42B9-4123-964A-0AA0875E0C83}" destId="{A79FA9ED-1671-4B65-99A4-85B4F02B4B45}" srcOrd="0" destOrd="0" presId="urn:microsoft.com/office/officeart/2018/2/layout/IconVerticalSolidList"/>
    <dgm:cxn modelId="{DD7B0FF7-0BA0-42B3-A972-FA48929FE06F}" type="presParOf" srcId="{252790E5-42B9-4123-964A-0AA0875E0C83}" destId="{B1AA5DC4-9A24-4AD7-A6B6-6E4B2AAE8098}" srcOrd="1" destOrd="0" presId="urn:microsoft.com/office/officeart/2018/2/layout/IconVerticalSolidList"/>
    <dgm:cxn modelId="{ABD0CEC3-21A6-4250-92AC-AFCFDA47FDCD}" type="presParOf" srcId="{252790E5-42B9-4123-964A-0AA0875E0C83}" destId="{E2186A9D-8432-4CDE-B3D1-44A80027FE7C}" srcOrd="2" destOrd="0" presId="urn:microsoft.com/office/officeart/2018/2/layout/IconVerticalSolidList"/>
    <dgm:cxn modelId="{E2CCE108-9754-45AB-9737-DCDEB6B5EB09}" type="presParOf" srcId="{252790E5-42B9-4123-964A-0AA0875E0C83}" destId="{59E91A7E-C34F-463F-A505-254E6DD29E8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33CC05E-1108-4A3D-87BE-09AF24C376F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397E903-1469-4F13-8FAF-FF7A20B9690C}">
      <dgm:prSet/>
      <dgm:spPr/>
      <dgm:t>
        <a:bodyPr/>
        <a:lstStyle/>
        <a:p>
          <a:r>
            <a:rPr lang="es-PE" baseline="0"/>
            <a:t>Backend:</a:t>
          </a:r>
          <a:endParaRPr lang="en-US"/>
        </a:p>
      </dgm:t>
    </dgm:pt>
    <dgm:pt modelId="{CC3C012F-04D3-4AC6-AD2E-01F41690A7F1}" type="parTrans" cxnId="{B11F02A4-340D-4FC0-B7CA-F2BAEC2C0A30}">
      <dgm:prSet/>
      <dgm:spPr/>
      <dgm:t>
        <a:bodyPr/>
        <a:lstStyle/>
        <a:p>
          <a:endParaRPr lang="en-US"/>
        </a:p>
      </dgm:t>
    </dgm:pt>
    <dgm:pt modelId="{26CF4D44-0893-4ABF-B8BF-0FAF3A0D2A61}" type="sibTrans" cxnId="{B11F02A4-340D-4FC0-B7CA-F2BAEC2C0A30}">
      <dgm:prSet/>
      <dgm:spPr/>
      <dgm:t>
        <a:bodyPr/>
        <a:lstStyle/>
        <a:p>
          <a:endParaRPr lang="en-US"/>
        </a:p>
      </dgm:t>
    </dgm:pt>
    <dgm:pt modelId="{BE7B4514-0EBD-44B1-9859-AB22A883D61D}">
      <dgm:prSet/>
      <dgm:spPr/>
      <dgm:t>
        <a:bodyPr/>
        <a:lstStyle/>
        <a:p>
          <a:r>
            <a:rPr lang="es-PE" baseline="0"/>
            <a:t>Java, Spring Boot, MySQL</a:t>
          </a:r>
          <a:endParaRPr lang="en-US"/>
        </a:p>
      </dgm:t>
    </dgm:pt>
    <dgm:pt modelId="{2FBE23D8-B0CE-4804-8358-ED7DBEE2910B}" type="parTrans" cxnId="{87F69C56-5580-4639-9134-C5BF2DE67CA6}">
      <dgm:prSet/>
      <dgm:spPr/>
      <dgm:t>
        <a:bodyPr/>
        <a:lstStyle/>
        <a:p>
          <a:endParaRPr lang="en-US"/>
        </a:p>
      </dgm:t>
    </dgm:pt>
    <dgm:pt modelId="{460F8236-C8CB-4221-9896-7CF09A6FF429}" type="sibTrans" cxnId="{87F69C56-5580-4639-9134-C5BF2DE67CA6}">
      <dgm:prSet/>
      <dgm:spPr/>
      <dgm:t>
        <a:bodyPr/>
        <a:lstStyle/>
        <a:p>
          <a:endParaRPr lang="en-US"/>
        </a:p>
      </dgm:t>
    </dgm:pt>
    <dgm:pt modelId="{933E7D05-8D56-4C2D-9E9B-465C577BBA32}">
      <dgm:prSet/>
      <dgm:spPr/>
      <dgm:t>
        <a:bodyPr/>
        <a:lstStyle/>
        <a:p>
          <a:r>
            <a:rPr lang="es-PE" baseline="0"/>
            <a:t>Frontend:</a:t>
          </a:r>
          <a:endParaRPr lang="en-US"/>
        </a:p>
      </dgm:t>
    </dgm:pt>
    <dgm:pt modelId="{B4549363-B80D-48ED-AAC5-8C2681A1F688}" type="parTrans" cxnId="{7C886E2F-6BAB-4E15-9665-297CDF89BAAB}">
      <dgm:prSet/>
      <dgm:spPr/>
      <dgm:t>
        <a:bodyPr/>
        <a:lstStyle/>
        <a:p>
          <a:endParaRPr lang="en-US"/>
        </a:p>
      </dgm:t>
    </dgm:pt>
    <dgm:pt modelId="{D0F8B9E8-D91C-4AEC-9F09-E2088B41716C}" type="sibTrans" cxnId="{7C886E2F-6BAB-4E15-9665-297CDF89BAAB}">
      <dgm:prSet/>
      <dgm:spPr/>
      <dgm:t>
        <a:bodyPr/>
        <a:lstStyle/>
        <a:p>
          <a:endParaRPr lang="en-US"/>
        </a:p>
      </dgm:t>
    </dgm:pt>
    <dgm:pt modelId="{6EC2D6FD-19B8-43FC-B8B1-3374266CAB81}">
      <dgm:prSet/>
      <dgm:spPr/>
      <dgm:t>
        <a:bodyPr/>
        <a:lstStyle/>
        <a:p>
          <a:r>
            <a:rPr lang="es-PE" baseline="0"/>
            <a:t>HTML5, CSS3, JavaScript</a:t>
          </a:r>
          <a:endParaRPr lang="en-US"/>
        </a:p>
      </dgm:t>
    </dgm:pt>
    <dgm:pt modelId="{26A67D4A-3C67-4628-A496-05FBAADC69D0}" type="parTrans" cxnId="{0F8A9ED6-901B-4F19-9E9E-0C253326A2D6}">
      <dgm:prSet/>
      <dgm:spPr/>
      <dgm:t>
        <a:bodyPr/>
        <a:lstStyle/>
        <a:p>
          <a:endParaRPr lang="en-US"/>
        </a:p>
      </dgm:t>
    </dgm:pt>
    <dgm:pt modelId="{6ACE1F3E-3EB8-453B-8A0F-8E9C1CF0165F}" type="sibTrans" cxnId="{0F8A9ED6-901B-4F19-9E9E-0C253326A2D6}">
      <dgm:prSet/>
      <dgm:spPr/>
      <dgm:t>
        <a:bodyPr/>
        <a:lstStyle/>
        <a:p>
          <a:endParaRPr lang="en-US"/>
        </a:p>
      </dgm:t>
    </dgm:pt>
    <dgm:pt modelId="{1CDA0455-251B-4A57-B9BC-2AE98FA06BDC}">
      <dgm:prSet/>
      <dgm:spPr/>
      <dgm:t>
        <a:bodyPr/>
        <a:lstStyle/>
        <a:p>
          <a:r>
            <a:rPr lang="es-PE" baseline="0"/>
            <a:t>Control de versiones:	</a:t>
          </a:r>
          <a:endParaRPr lang="en-US"/>
        </a:p>
      </dgm:t>
    </dgm:pt>
    <dgm:pt modelId="{28E3C32E-9619-4041-B8A2-2E4086F6289C}" type="parTrans" cxnId="{F073B574-3419-4576-A7B8-9D157C6090AF}">
      <dgm:prSet/>
      <dgm:spPr/>
      <dgm:t>
        <a:bodyPr/>
        <a:lstStyle/>
        <a:p>
          <a:endParaRPr lang="en-US"/>
        </a:p>
      </dgm:t>
    </dgm:pt>
    <dgm:pt modelId="{0C28C86F-1BCE-4AF2-9F0B-77CA95C5726C}" type="sibTrans" cxnId="{F073B574-3419-4576-A7B8-9D157C6090AF}">
      <dgm:prSet/>
      <dgm:spPr/>
      <dgm:t>
        <a:bodyPr/>
        <a:lstStyle/>
        <a:p>
          <a:endParaRPr lang="en-US"/>
        </a:p>
      </dgm:t>
    </dgm:pt>
    <dgm:pt modelId="{387E721C-2904-4AFB-BCB9-FAD8F0DB6F10}">
      <dgm:prSet/>
      <dgm:spPr/>
      <dgm:t>
        <a:bodyPr/>
        <a:lstStyle/>
        <a:p>
          <a:r>
            <a:rPr lang="es-PE" baseline="0"/>
            <a:t>Git y GitHub</a:t>
          </a:r>
          <a:endParaRPr lang="en-US"/>
        </a:p>
      </dgm:t>
    </dgm:pt>
    <dgm:pt modelId="{BE57E668-5309-40EB-A951-5CC6867AF88C}" type="parTrans" cxnId="{FD20F648-698F-4F95-88EB-CA922B0B8911}">
      <dgm:prSet/>
      <dgm:spPr/>
      <dgm:t>
        <a:bodyPr/>
        <a:lstStyle/>
        <a:p>
          <a:endParaRPr lang="en-US"/>
        </a:p>
      </dgm:t>
    </dgm:pt>
    <dgm:pt modelId="{702D0B75-9B21-417F-8027-BA9F3BCA5043}" type="sibTrans" cxnId="{FD20F648-698F-4F95-88EB-CA922B0B8911}">
      <dgm:prSet/>
      <dgm:spPr/>
      <dgm:t>
        <a:bodyPr/>
        <a:lstStyle/>
        <a:p>
          <a:endParaRPr lang="en-US"/>
        </a:p>
      </dgm:t>
    </dgm:pt>
    <dgm:pt modelId="{791EF9A9-FF14-4ECA-8A94-4702D49CC0BA}" type="pres">
      <dgm:prSet presAssocID="{533CC05E-1108-4A3D-87BE-09AF24C376F0}" presName="root" presStyleCnt="0">
        <dgm:presLayoutVars>
          <dgm:dir/>
          <dgm:resizeHandles val="exact"/>
        </dgm:presLayoutVars>
      </dgm:prSet>
      <dgm:spPr/>
    </dgm:pt>
    <dgm:pt modelId="{5B3CD2C9-62A7-4A56-9ECB-5E0592BBB863}" type="pres">
      <dgm:prSet presAssocID="{5397E903-1469-4F13-8FAF-FF7A20B9690C}" presName="compNode" presStyleCnt="0"/>
      <dgm:spPr/>
    </dgm:pt>
    <dgm:pt modelId="{AAFCACBD-699D-4397-A930-9ACD7910AE75}" type="pres">
      <dgm:prSet presAssocID="{5397E903-1469-4F13-8FAF-FF7A20B9690C}" presName="bgRect" presStyleLbl="bgShp" presStyleIdx="0" presStyleCnt="3"/>
      <dgm:spPr/>
    </dgm:pt>
    <dgm:pt modelId="{288285BA-BBF5-42C9-B08B-BA69271D9BAD}" type="pres">
      <dgm:prSet presAssocID="{5397E903-1469-4F13-8FAF-FF7A20B9690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adora"/>
        </a:ext>
      </dgm:extLst>
    </dgm:pt>
    <dgm:pt modelId="{F971C3B3-EC08-4728-A4EC-5A48B1D634AC}" type="pres">
      <dgm:prSet presAssocID="{5397E903-1469-4F13-8FAF-FF7A20B9690C}" presName="spaceRect" presStyleCnt="0"/>
      <dgm:spPr/>
    </dgm:pt>
    <dgm:pt modelId="{3726D888-20B0-4FDD-AF35-061073FDD63F}" type="pres">
      <dgm:prSet presAssocID="{5397E903-1469-4F13-8FAF-FF7A20B9690C}" presName="parTx" presStyleLbl="revTx" presStyleIdx="0" presStyleCnt="6">
        <dgm:presLayoutVars>
          <dgm:chMax val="0"/>
          <dgm:chPref val="0"/>
        </dgm:presLayoutVars>
      </dgm:prSet>
      <dgm:spPr/>
    </dgm:pt>
    <dgm:pt modelId="{C05F4F55-9BF4-4A45-B202-87FBFC47895E}" type="pres">
      <dgm:prSet presAssocID="{5397E903-1469-4F13-8FAF-FF7A20B9690C}" presName="desTx" presStyleLbl="revTx" presStyleIdx="1" presStyleCnt="6">
        <dgm:presLayoutVars/>
      </dgm:prSet>
      <dgm:spPr/>
    </dgm:pt>
    <dgm:pt modelId="{3E11634D-77EC-4E98-B206-F480D3C68295}" type="pres">
      <dgm:prSet presAssocID="{26CF4D44-0893-4ABF-B8BF-0FAF3A0D2A61}" presName="sibTrans" presStyleCnt="0"/>
      <dgm:spPr/>
    </dgm:pt>
    <dgm:pt modelId="{0B915C28-62D6-4629-9596-EE1F37CE20ED}" type="pres">
      <dgm:prSet presAssocID="{933E7D05-8D56-4C2D-9E9B-465C577BBA32}" presName="compNode" presStyleCnt="0"/>
      <dgm:spPr/>
    </dgm:pt>
    <dgm:pt modelId="{8B1DFA10-F7E9-4CD6-8EBF-1FF6BBA04CC2}" type="pres">
      <dgm:prSet presAssocID="{933E7D05-8D56-4C2D-9E9B-465C577BBA32}" presName="bgRect" presStyleLbl="bgShp" presStyleIdx="1" presStyleCnt="3"/>
      <dgm:spPr/>
    </dgm:pt>
    <dgm:pt modelId="{F57F9BF2-9585-42DA-9D18-41314B82CB82}" type="pres">
      <dgm:prSet presAssocID="{933E7D05-8D56-4C2D-9E9B-465C577BBA3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3B506169-13BB-4C95-BC49-D512451AF23E}" type="pres">
      <dgm:prSet presAssocID="{933E7D05-8D56-4C2D-9E9B-465C577BBA32}" presName="spaceRect" presStyleCnt="0"/>
      <dgm:spPr/>
    </dgm:pt>
    <dgm:pt modelId="{03ACCB8B-3C11-4C62-9387-9D7782115097}" type="pres">
      <dgm:prSet presAssocID="{933E7D05-8D56-4C2D-9E9B-465C577BBA32}" presName="parTx" presStyleLbl="revTx" presStyleIdx="2" presStyleCnt="6">
        <dgm:presLayoutVars>
          <dgm:chMax val="0"/>
          <dgm:chPref val="0"/>
        </dgm:presLayoutVars>
      </dgm:prSet>
      <dgm:spPr/>
    </dgm:pt>
    <dgm:pt modelId="{D707CA99-E296-48EB-A64E-80A333E04291}" type="pres">
      <dgm:prSet presAssocID="{933E7D05-8D56-4C2D-9E9B-465C577BBA32}" presName="desTx" presStyleLbl="revTx" presStyleIdx="3" presStyleCnt="6">
        <dgm:presLayoutVars/>
      </dgm:prSet>
      <dgm:spPr/>
    </dgm:pt>
    <dgm:pt modelId="{E00AE15F-1885-45EC-9149-4CD908BB29E0}" type="pres">
      <dgm:prSet presAssocID="{D0F8B9E8-D91C-4AEC-9F09-E2088B41716C}" presName="sibTrans" presStyleCnt="0"/>
      <dgm:spPr/>
    </dgm:pt>
    <dgm:pt modelId="{D8CFA020-F003-4987-8F65-3E4EA3C5763A}" type="pres">
      <dgm:prSet presAssocID="{1CDA0455-251B-4A57-B9BC-2AE98FA06BDC}" presName="compNode" presStyleCnt="0"/>
      <dgm:spPr/>
    </dgm:pt>
    <dgm:pt modelId="{B5F75550-EE5B-450F-9A1B-37AC59E37EB2}" type="pres">
      <dgm:prSet presAssocID="{1CDA0455-251B-4A57-B9BC-2AE98FA06BDC}" presName="bgRect" presStyleLbl="bgShp" presStyleIdx="2" presStyleCnt="3"/>
      <dgm:spPr/>
    </dgm:pt>
    <dgm:pt modelId="{25EC1312-F5FA-4984-AF0B-F81A38E950C6}" type="pres">
      <dgm:prSet presAssocID="{1CDA0455-251B-4A57-B9BC-2AE98FA06BD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ck"/>
        </a:ext>
      </dgm:extLst>
    </dgm:pt>
    <dgm:pt modelId="{A8B76758-9352-4CE6-9685-0B7110A750BC}" type="pres">
      <dgm:prSet presAssocID="{1CDA0455-251B-4A57-B9BC-2AE98FA06BDC}" presName="spaceRect" presStyleCnt="0"/>
      <dgm:spPr/>
    </dgm:pt>
    <dgm:pt modelId="{63B8D2AF-6B4F-4D6F-BB8A-3F1D2B4ED21E}" type="pres">
      <dgm:prSet presAssocID="{1CDA0455-251B-4A57-B9BC-2AE98FA06BDC}" presName="parTx" presStyleLbl="revTx" presStyleIdx="4" presStyleCnt="6">
        <dgm:presLayoutVars>
          <dgm:chMax val="0"/>
          <dgm:chPref val="0"/>
        </dgm:presLayoutVars>
      </dgm:prSet>
      <dgm:spPr/>
    </dgm:pt>
    <dgm:pt modelId="{043C8A61-763B-43AA-B39A-0CF1AE99269C}" type="pres">
      <dgm:prSet presAssocID="{1CDA0455-251B-4A57-B9BC-2AE98FA06BDC}" presName="desTx" presStyleLbl="revTx" presStyleIdx="5" presStyleCnt="6">
        <dgm:presLayoutVars/>
      </dgm:prSet>
      <dgm:spPr/>
    </dgm:pt>
  </dgm:ptLst>
  <dgm:cxnLst>
    <dgm:cxn modelId="{671DC900-9DF2-44D3-925E-3F5CA235125E}" type="presOf" srcId="{6EC2D6FD-19B8-43FC-B8B1-3374266CAB81}" destId="{D707CA99-E296-48EB-A64E-80A333E04291}" srcOrd="0" destOrd="0" presId="urn:microsoft.com/office/officeart/2018/2/layout/IconVerticalSolidList"/>
    <dgm:cxn modelId="{8329FF03-35C7-4032-B2EB-3FD417A1159F}" type="presOf" srcId="{387E721C-2904-4AFB-BCB9-FAD8F0DB6F10}" destId="{043C8A61-763B-43AA-B39A-0CF1AE99269C}" srcOrd="0" destOrd="0" presId="urn:microsoft.com/office/officeart/2018/2/layout/IconVerticalSolidList"/>
    <dgm:cxn modelId="{0ED78F1C-4805-426B-BF87-4CD11D4F3645}" type="presOf" srcId="{533CC05E-1108-4A3D-87BE-09AF24C376F0}" destId="{791EF9A9-FF14-4ECA-8A94-4702D49CC0BA}" srcOrd="0" destOrd="0" presId="urn:microsoft.com/office/officeart/2018/2/layout/IconVerticalSolidList"/>
    <dgm:cxn modelId="{7C886E2F-6BAB-4E15-9665-297CDF89BAAB}" srcId="{533CC05E-1108-4A3D-87BE-09AF24C376F0}" destId="{933E7D05-8D56-4C2D-9E9B-465C577BBA32}" srcOrd="1" destOrd="0" parTransId="{B4549363-B80D-48ED-AAC5-8C2681A1F688}" sibTransId="{D0F8B9E8-D91C-4AEC-9F09-E2088B41716C}"/>
    <dgm:cxn modelId="{56CEBE40-6E40-454E-B95E-6FEFDF49F211}" type="presOf" srcId="{5397E903-1469-4F13-8FAF-FF7A20B9690C}" destId="{3726D888-20B0-4FDD-AF35-061073FDD63F}" srcOrd="0" destOrd="0" presId="urn:microsoft.com/office/officeart/2018/2/layout/IconVerticalSolidList"/>
    <dgm:cxn modelId="{FD20F648-698F-4F95-88EB-CA922B0B8911}" srcId="{1CDA0455-251B-4A57-B9BC-2AE98FA06BDC}" destId="{387E721C-2904-4AFB-BCB9-FAD8F0DB6F10}" srcOrd="0" destOrd="0" parTransId="{BE57E668-5309-40EB-A951-5CC6867AF88C}" sibTransId="{702D0B75-9B21-417F-8027-BA9F3BCA5043}"/>
    <dgm:cxn modelId="{F073B574-3419-4576-A7B8-9D157C6090AF}" srcId="{533CC05E-1108-4A3D-87BE-09AF24C376F0}" destId="{1CDA0455-251B-4A57-B9BC-2AE98FA06BDC}" srcOrd="2" destOrd="0" parTransId="{28E3C32E-9619-4041-B8A2-2E4086F6289C}" sibTransId="{0C28C86F-1BCE-4AF2-9F0B-77CA95C5726C}"/>
    <dgm:cxn modelId="{87F69C56-5580-4639-9134-C5BF2DE67CA6}" srcId="{5397E903-1469-4F13-8FAF-FF7A20B9690C}" destId="{BE7B4514-0EBD-44B1-9859-AB22A883D61D}" srcOrd="0" destOrd="0" parTransId="{2FBE23D8-B0CE-4804-8358-ED7DBEE2910B}" sibTransId="{460F8236-C8CB-4221-9896-7CF09A6FF429}"/>
    <dgm:cxn modelId="{679C2A59-278D-40CF-98E9-3D22AFB9F5EC}" type="presOf" srcId="{BE7B4514-0EBD-44B1-9859-AB22A883D61D}" destId="{C05F4F55-9BF4-4A45-B202-87FBFC47895E}" srcOrd="0" destOrd="0" presId="urn:microsoft.com/office/officeart/2018/2/layout/IconVerticalSolidList"/>
    <dgm:cxn modelId="{03F410A3-951E-44A5-854F-1B16584D5CE3}" type="presOf" srcId="{1CDA0455-251B-4A57-B9BC-2AE98FA06BDC}" destId="{63B8D2AF-6B4F-4D6F-BB8A-3F1D2B4ED21E}" srcOrd="0" destOrd="0" presId="urn:microsoft.com/office/officeart/2018/2/layout/IconVerticalSolidList"/>
    <dgm:cxn modelId="{B11F02A4-340D-4FC0-B7CA-F2BAEC2C0A30}" srcId="{533CC05E-1108-4A3D-87BE-09AF24C376F0}" destId="{5397E903-1469-4F13-8FAF-FF7A20B9690C}" srcOrd="0" destOrd="0" parTransId="{CC3C012F-04D3-4AC6-AD2E-01F41690A7F1}" sibTransId="{26CF4D44-0893-4ABF-B8BF-0FAF3A0D2A61}"/>
    <dgm:cxn modelId="{0F8A9ED6-901B-4F19-9E9E-0C253326A2D6}" srcId="{933E7D05-8D56-4C2D-9E9B-465C577BBA32}" destId="{6EC2D6FD-19B8-43FC-B8B1-3374266CAB81}" srcOrd="0" destOrd="0" parTransId="{26A67D4A-3C67-4628-A496-05FBAADC69D0}" sibTransId="{6ACE1F3E-3EB8-453B-8A0F-8E9C1CF0165F}"/>
    <dgm:cxn modelId="{5B5DF6EB-FC4C-4E3E-A027-E9477F2127E8}" type="presOf" srcId="{933E7D05-8D56-4C2D-9E9B-465C577BBA32}" destId="{03ACCB8B-3C11-4C62-9387-9D7782115097}" srcOrd="0" destOrd="0" presId="urn:microsoft.com/office/officeart/2018/2/layout/IconVerticalSolidList"/>
    <dgm:cxn modelId="{4B1AB577-93BF-44A3-AD15-2C6C13008698}" type="presParOf" srcId="{791EF9A9-FF14-4ECA-8A94-4702D49CC0BA}" destId="{5B3CD2C9-62A7-4A56-9ECB-5E0592BBB863}" srcOrd="0" destOrd="0" presId="urn:microsoft.com/office/officeart/2018/2/layout/IconVerticalSolidList"/>
    <dgm:cxn modelId="{F139BDA9-2E95-450E-B083-82CAE665520F}" type="presParOf" srcId="{5B3CD2C9-62A7-4A56-9ECB-5E0592BBB863}" destId="{AAFCACBD-699D-4397-A930-9ACD7910AE75}" srcOrd="0" destOrd="0" presId="urn:microsoft.com/office/officeart/2018/2/layout/IconVerticalSolidList"/>
    <dgm:cxn modelId="{4E244722-DDC5-4CF4-9202-7D80DC0CFFB0}" type="presParOf" srcId="{5B3CD2C9-62A7-4A56-9ECB-5E0592BBB863}" destId="{288285BA-BBF5-42C9-B08B-BA69271D9BAD}" srcOrd="1" destOrd="0" presId="urn:microsoft.com/office/officeart/2018/2/layout/IconVerticalSolidList"/>
    <dgm:cxn modelId="{8B8DCCB0-1A64-47C3-9AA8-445AA2801FE8}" type="presParOf" srcId="{5B3CD2C9-62A7-4A56-9ECB-5E0592BBB863}" destId="{F971C3B3-EC08-4728-A4EC-5A48B1D634AC}" srcOrd="2" destOrd="0" presId="urn:microsoft.com/office/officeart/2018/2/layout/IconVerticalSolidList"/>
    <dgm:cxn modelId="{730686F8-9569-47DE-8456-51791637CB6B}" type="presParOf" srcId="{5B3CD2C9-62A7-4A56-9ECB-5E0592BBB863}" destId="{3726D888-20B0-4FDD-AF35-061073FDD63F}" srcOrd="3" destOrd="0" presId="urn:microsoft.com/office/officeart/2018/2/layout/IconVerticalSolidList"/>
    <dgm:cxn modelId="{61278430-AF65-4625-97A4-F040487CD8A7}" type="presParOf" srcId="{5B3CD2C9-62A7-4A56-9ECB-5E0592BBB863}" destId="{C05F4F55-9BF4-4A45-B202-87FBFC47895E}" srcOrd="4" destOrd="0" presId="urn:microsoft.com/office/officeart/2018/2/layout/IconVerticalSolidList"/>
    <dgm:cxn modelId="{16777FDA-B9FB-4B41-BF72-D46EE4553A0D}" type="presParOf" srcId="{791EF9A9-FF14-4ECA-8A94-4702D49CC0BA}" destId="{3E11634D-77EC-4E98-B206-F480D3C68295}" srcOrd="1" destOrd="0" presId="urn:microsoft.com/office/officeart/2018/2/layout/IconVerticalSolidList"/>
    <dgm:cxn modelId="{C8FA60E3-ED03-403A-B672-5F36FEDB9BBE}" type="presParOf" srcId="{791EF9A9-FF14-4ECA-8A94-4702D49CC0BA}" destId="{0B915C28-62D6-4629-9596-EE1F37CE20ED}" srcOrd="2" destOrd="0" presId="urn:microsoft.com/office/officeart/2018/2/layout/IconVerticalSolidList"/>
    <dgm:cxn modelId="{E24B86B4-9E65-4FC7-B5DD-49AC4AEDD486}" type="presParOf" srcId="{0B915C28-62D6-4629-9596-EE1F37CE20ED}" destId="{8B1DFA10-F7E9-4CD6-8EBF-1FF6BBA04CC2}" srcOrd="0" destOrd="0" presId="urn:microsoft.com/office/officeart/2018/2/layout/IconVerticalSolidList"/>
    <dgm:cxn modelId="{A5FBD5FA-B73B-4CE9-ADB8-3FAABDC07782}" type="presParOf" srcId="{0B915C28-62D6-4629-9596-EE1F37CE20ED}" destId="{F57F9BF2-9585-42DA-9D18-41314B82CB82}" srcOrd="1" destOrd="0" presId="urn:microsoft.com/office/officeart/2018/2/layout/IconVerticalSolidList"/>
    <dgm:cxn modelId="{66C82955-B3BF-48AA-90E2-32D519BD7D8A}" type="presParOf" srcId="{0B915C28-62D6-4629-9596-EE1F37CE20ED}" destId="{3B506169-13BB-4C95-BC49-D512451AF23E}" srcOrd="2" destOrd="0" presId="urn:microsoft.com/office/officeart/2018/2/layout/IconVerticalSolidList"/>
    <dgm:cxn modelId="{23A25596-B150-4228-9D19-FFEA6D15CC00}" type="presParOf" srcId="{0B915C28-62D6-4629-9596-EE1F37CE20ED}" destId="{03ACCB8B-3C11-4C62-9387-9D7782115097}" srcOrd="3" destOrd="0" presId="urn:microsoft.com/office/officeart/2018/2/layout/IconVerticalSolidList"/>
    <dgm:cxn modelId="{53300ADE-AAA7-45AD-9C4A-03CB69403E1A}" type="presParOf" srcId="{0B915C28-62D6-4629-9596-EE1F37CE20ED}" destId="{D707CA99-E296-48EB-A64E-80A333E04291}" srcOrd="4" destOrd="0" presId="urn:microsoft.com/office/officeart/2018/2/layout/IconVerticalSolidList"/>
    <dgm:cxn modelId="{94DA3FB6-E846-4145-9BC5-8C59E11A5C99}" type="presParOf" srcId="{791EF9A9-FF14-4ECA-8A94-4702D49CC0BA}" destId="{E00AE15F-1885-45EC-9149-4CD908BB29E0}" srcOrd="3" destOrd="0" presId="urn:microsoft.com/office/officeart/2018/2/layout/IconVerticalSolidList"/>
    <dgm:cxn modelId="{D2387D35-1401-42F1-AE8A-C5422013D032}" type="presParOf" srcId="{791EF9A9-FF14-4ECA-8A94-4702D49CC0BA}" destId="{D8CFA020-F003-4987-8F65-3E4EA3C5763A}" srcOrd="4" destOrd="0" presId="urn:microsoft.com/office/officeart/2018/2/layout/IconVerticalSolidList"/>
    <dgm:cxn modelId="{D5CDCF09-0BBC-491C-B6C4-3CAA8333E234}" type="presParOf" srcId="{D8CFA020-F003-4987-8F65-3E4EA3C5763A}" destId="{B5F75550-EE5B-450F-9A1B-37AC59E37EB2}" srcOrd="0" destOrd="0" presId="urn:microsoft.com/office/officeart/2018/2/layout/IconVerticalSolidList"/>
    <dgm:cxn modelId="{E316417E-83AC-43FD-A9D7-D5412DFA1F7C}" type="presParOf" srcId="{D8CFA020-F003-4987-8F65-3E4EA3C5763A}" destId="{25EC1312-F5FA-4984-AF0B-F81A38E950C6}" srcOrd="1" destOrd="0" presId="urn:microsoft.com/office/officeart/2018/2/layout/IconVerticalSolidList"/>
    <dgm:cxn modelId="{FEDD4AD8-6570-4E7B-82C8-40440B16FCF6}" type="presParOf" srcId="{D8CFA020-F003-4987-8F65-3E4EA3C5763A}" destId="{A8B76758-9352-4CE6-9685-0B7110A750BC}" srcOrd="2" destOrd="0" presId="urn:microsoft.com/office/officeart/2018/2/layout/IconVerticalSolidList"/>
    <dgm:cxn modelId="{9F14C096-A32E-4D5C-95FF-88EA3049F9D3}" type="presParOf" srcId="{D8CFA020-F003-4987-8F65-3E4EA3C5763A}" destId="{63B8D2AF-6B4F-4D6F-BB8A-3F1D2B4ED21E}" srcOrd="3" destOrd="0" presId="urn:microsoft.com/office/officeart/2018/2/layout/IconVerticalSolidList"/>
    <dgm:cxn modelId="{DB6C5495-F509-4AF9-97EF-D06C2779C737}" type="presParOf" srcId="{D8CFA020-F003-4987-8F65-3E4EA3C5763A}" destId="{043C8A61-763B-43AA-B39A-0CF1AE99269C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CDF4B1-06E5-4D44-A334-A1DE99BA2ACC}">
      <dsp:nvSpPr>
        <dsp:cNvPr id="0" name=""/>
        <dsp:cNvSpPr/>
      </dsp:nvSpPr>
      <dsp:spPr>
        <a:xfrm>
          <a:off x="0" y="2181"/>
          <a:ext cx="5945448" cy="11053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3AFC09-1D19-4AB1-A0E6-84362B5A90D4}">
      <dsp:nvSpPr>
        <dsp:cNvPr id="0" name=""/>
        <dsp:cNvSpPr/>
      </dsp:nvSpPr>
      <dsp:spPr>
        <a:xfrm>
          <a:off x="334383" y="250895"/>
          <a:ext cx="607969" cy="6079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732C83-457C-4A5F-9CF4-97385E9F38FD}">
      <dsp:nvSpPr>
        <dsp:cNvPr id="0" name=""/>
        <dsp:cNvSpPr/>
      </dsp:nvSpPr>
      <dsp:spPr>
        <a:xfrm>
          <a:off x="1276736" y="2181"/>
          <a:ext cx="4668712" cy="1105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988" tIns="116988" rIns="116988" bIns="11698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900" kern="1200" baseline="0" dirty="0"/>
            <a:t>Es una aplicación web integral que permite:</a:t>
          </a:r>
          <a:endParaRPr lang="en-US" sz="1900" kern="1200" dirty="0"/>
        </a:p>
      </dsp:txBody>
      <dsp:txXfrm>
        <a:off x="1276736" y="2181"/>
        <a:ext cx="4668712" cy="1105399"/>
      </dsp:txXfrm>
    </dsp:sp>
    <dsp:sp modelId="{2FB2A231-B2A7-4FEA-869B-B023392372C8}">
      <dsp:nvSpPr>
        <dsp:cNvPr id="0" name=""/>
        <dsp:cNvSpPr/>
      </dsp:nvSpPr>
      <dsp:spPr>
        <a:xfrm>
          <a:off x="0" y="1383930"/>
          <a:ext cx="5945448" cy="11053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CE7B5C-0633-465F-84C2-7427F38EC264}">
      <dsp:nvSpPr>
        <dsp:cNvPr id="0" name=""/>
        <dsp:cNvSpPr/>
      </dsp:nvSpPr>
      <dsp:spPr>
        <a:xfrm>
          <a:off x="334383" y="1632645"/>
          <a:ext cx="607969" cy="6079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1F6355-0B1D-46C5-9CAB-2755BEE12FD7}">
      <dsp:nvSpPr>
        <dsp:cNvPr id="0" name=""/>
        <dsp:cNvSpPr/>
      </dsp:nvSpPr>
      <dsp:spPr>
        <a:xfrm>
          <a:off x="1276736" y="1383930"/>
          <a:ext cx="4668712" cy="1105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988" tIns="116988" rIns="116988" bIns="11698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900" kern="1200" baseline="0"/>
            <a:t>La gestión digital de libros y reservas.</a:t>
          </a:r>
          <a:endParaRPr lang="en-US" sz="1900" kern="1200"/>
        </a:p>
      </dsp:txBody>
      <dsp:txXfrm>
        <a:off x="1276736" y="1383930"/>
        <a:ext cx="4668712" cy="1105399"/>
      </dsp:txXfrm>
    </dsp:sp>
    <dsp:sp modelId="{83BF07D9-303C-4ABE-8C77-3D37C1DFC64D}">
      <dsp:nvSpPr>
        <dsp:cNvPr id="0" name=""/>
        <dsp:cNvSpPr/>
      </dsp:nvSpPr>
      <dsp:spPr>
        <a:xfrm>
          <a:off x="0" y="2765679"/>
          <a:ext cx="5945448" cy="11053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E8BD37-AF23-474E-85D3-A3501837D102}">
      <dsp:nvSpPr>
        <dsp:cNvPr id="0" name=""/>
        <dsp:cNvSpPr/>
      </dsp:nvSpPr>
      <dsp:spPr>
        <a:xfrm>
          <a:off x="334383" y="3014394"/>
          <a:ext cx="607969" cy="6079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0F3F26-B6F5-45CD-AC54-88B7E5ECD3CE}">
      <dsp:nvSpPr>
        <dsp:cNvPr id="0" name=""/>
        <dsp:cNvSpPr/>
      </dsp:nvSpPr>
      <dsp:spPr>
        <a:xfrm>
          <a:off x="1276736" y="2765679"/>
          <a:ext cx="4668712" cy="1105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988" tIns="116988" rIns="116988" bIns="11698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900" kern="1200" baseline="0" dirty="0"/>
            <a:t>La administración de autores, categorías y editoriales</a:t>
          </a:r>
          <a:endParaRPr lang="en-US" sz="1900" kern="1200" dirty="0"/>
        </a:p>
      </dsp:txBody>
      <dsp:txXfrm>
        <a:off x="1276736" y="2765679"/>
        <a:ext cx="4668712" cy="1105399"/>
      </dsp:txXfrm>
    </dsp:sp>
    <dsp:sp modelId="{A79FA9ED-1671-4B65-99A4-85B4F02B4B45}">
      <dsp:nvSpPr>
        <dsp:cNvPr id="0" name=""/>
        <dsp:cNvSpPr/>
      </dsp:nvSpPr>
      <dsp:spPr>
        <a:xfrm>
          <a:off x="0" y="4147428"/>
          <a:ext cx="5945448" cy="11053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AA5DC4-9A24-4AD7-A6B6-6E4B2AAE8098}">
      <dsp:nvSpPr>
        <dsp:cNvPr id="0" name=""/>
        <dsp:cNvSpPr/>
      </dsp:nvSpPr>
      <dsp:spPr>
        <a:xfrm>
          <a:off x="334383" y="4396143"/>
          <a:ext cx="607969" cy="60796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E91A7E-C34F-463F-A505-254E6DD29E8D}">
      <dsp:nvSpPr>
        <dsp:cNvPr id="0" name=""/>
        <dsp:cNvSpPr/>
      </dsp:nvSpPr>
      <dsp:spPr>
        <a:xfrm>
          <a:off x="1276736" y="4147428"/>
          <a:ext cx="4668712" cy="1105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988" tIns="116988" rIns="116988" bIns="11698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900" kern="1200" baseline="0" dirty="0"/>
            <a:t>Una experiencia sencilla tanto para usuarios lectores como para administradores.</a:t>
          </a:r>
          <a:endParaRPr lang="en-US" sz="1900" kern="1200" dirty="0"/>
        </a:p>
      </dsp:txBody>
      <dsp:txXfrm>
        <a:off x="1276736" y="4147428"/>
        <a:ext cx="4668712" cy="11053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FCACBD-699D-4397-A930-9ACD7910AE75}">
      <dsp:nvSpPr>
        <dsp:cNvPr id="0" name=""/>
        <dsp:cNvSpPr/>
      </dsp:nvSpPr>
      <dsp:spPr>
        <a:xfrm>
          <a:off x="0" y="531"/>
          <a:ext cx="9225767" cy="12429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8285BA-BBF5-42C9-B08B-BA69271D9BAD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26D888-20B0-4FDD-AF35-061073FDD63F}">
      <dsp:nvSpPr>
        <dsp:cNvPr id="0" name=""/>
        <dsp:cNvSpPr/>
      </dsp:nvSpPr>
      <dsp:spPr>
        <a:xfrm>
          <a:off x="1435590" y="531"/>
          <a:ext cx="4151595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500" kern="1200" baseline="0"/>
            <a:t>Backend:</a:t>
          </a:r>
          <a:endParaRPr lang="en-US" sz="2500" kern="1200"/>
        </a:p>
      </dsp:txBody>
      <dsp:txXfrm>
        <a:off x="1435590" y="531"/>
        <a:ext cx="4151595" cy="1242935"/>
      </dsp:txXfrm>
    </dsp:sp>
    <dsp:sp modelId="{C05F4F55-9BF4-4A45-B202-87FBFC47895E}">
      <dsp:nvSpPr>
        <dsp:cNvPr id="0" name=""/>
        <dsp:cNvSpPr/>
      </dsp:nvSpPr>
      <dsp:spPr>
        <a:xfrm>
          <a:off x="5587186" y="531"/>
          <a:ext cx="3638580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kern="1200" baseline="0"/>
            <a:t>Java, Spring Boot, MySQL</a:t>
          </a:r>
          <a:endParaRPr lang="en-US" sz="1800" kern="1200"/>
        </a:p>
      </dsp:txBody>
      <dsp:txXfrm>
        <a:off x="5587186" y="531"/>
        <a:ext cx="3638580" cy="1242935"/>
      </dsp:txXfrm>
    </dsp:sp>
    <dsp:sp modelId="{8B1DFA10-F7E9-4CD6-8EBF-1FF6BBA04CC2}">
      <dsp:nvSpPr>
        <dsp:cNvPr id="0" name=""/>
        <dsp:cNvSpPr/>
      </dsp:nvSpPr>
      <dsp:spPr>
        <a:xfrm>
          <a:off x="0" y="1554201"/>
          <a:ext cx="9225767" cy="12429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7F9BF2-9585-42DA-9D18-41314B82CB82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ACCB8B-3C11-4C62-9387-9D7782115097}">
      <dsp:nvSpPr>
        <dsp:cNvPr id="0" name=""/>
        <dsp:cNvSpPr/>
      </dsp:nvSpPr>
      <dsp:spPr>
        <a:xfrm>
          <a:off x="1435590" y="1554201"/>
          <a:ext cx="4151595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500" kern="1200" baseline="0"/>
            <a:t>Frontend:</a:t>
          </a:r>
          <a:endParaRPr lang="en-US" sz="2500" kern="1200"/>
        </a:p>
      </dsp:txBody>
      <dsp:txXfrm>
        <a:off x="1435590" y="1554201"/>
        <a:ext cx="4151595" cy="1242935"/>
      </dsp:txXfrm>
    </dsp:sp>
    <dsp:sp modelId="{D707CA99-E296-48EB-A64E-80A333E04291}">
      <dsp:nvSpPr>
        <dsp:cNvPr id="0" name=""/>
        <dsp:cNvSpPr/>
      </dsp:nvSpPr>
      <dsp:spPr>
        <a:xfrm>
          <a:off x="5587186" y="1554201"/>
          <a:ext cx="3638580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kern="1200" baseline="0"/>
            <a:t>HTML5, CSS3, JavaScript</a:t>
          </a:r>
          <a:endParaRPr lang="en-US" sz="1800" kern="1200"/>
        </a:p>
      </dsp:txBody>
      <dsp:txXfrm>
        <a:off x="5587186" y="1554201"/>
        <a:ext cx="3638580" cy="1242935"/>
      </dsp:txXfrm>
    </dsp:sp>
    <dsp:sp modelId="{B5F75550-EE5B-450F-9A1B-37AC59E37EB2}">
      <dsp:nvSpPr>
        <dsp:cNvPr id="0" name=""/>
        <dsp:cNvSpPr/>
      </dsp:nvSpPr>
      <dsp:spPr>
        <a:xfrm>
          <a:off x="0" y="3107870"/>
          <a:ext cx="9225767" cy="12429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EC1312-F5FA-4984-AF0B-F81A38E950C6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B8D2AF-6B4F-4D6F-BB8A-3F1D2B4ED21E}">
      <dsp:nvSpPr>
        <dsp:cNvPr id="0" name=""/>
        <dsp:cNvSpPr/>
      </dsp:nvSpPr>
      <dsp:spPr>
        <a:xfrm>
          <a:off x="1435590" y="3107870"/>
          <a:ext cx="4151595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500" kern="1200" baseline="0"/>
            <a:t>Control de versiones:	</a:t>
          </a:r>
          <a:endParaRPr lang="en-US" sz="2500" kern="1200"/>
        </a:p>
      </dsp:txBody>
      <dsp:txXfrm>
        <a:off x="1435590" y="3107870"/>
        <a:ext cx="4151595" cy="1242935"/>
      </dsp:txXfrm>
    </dsp:sp>
    <dsp:sp modelId="{043C8A61-763B-43AA-B39A-0CF1AE99269C}">
      <dsp:nvSpPr>
        <dsp:cNvPr id="0" name=""/>
        <dsp:cNvSpPr/>
      </dsp:nvSpPr>
      <dsp:spPr>
        <a:xfrm>
          <a:off x="5587186" y="3107870"/>
          <a:ext cx="3638580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kern="1200" baseline="0"/>
            <a:t>Git y GitHub</a:t>
          </a:r>
          <a:endParaRPr lang="en-US" sz="1800" kern="1200"/>
        </a:p>
      </dsp:txBody>
      <dsp:txXfrm>
        <a:off x="5587186" y="3107870"/>
        <a:ext cx="3638580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599367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570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2953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070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92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503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831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089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406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949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3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685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oP-1/Proyecto_Final_Integrador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322BCA3-31C1-4329-B0BA-4748F937B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29284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A605F0-78A3-19E2-C189-3FCE21103C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1293" y="723331"/>
            <a:ext cx="8409414" cy="3875965"/>
          </a:xfrm>
          <a:noFill/>
        </p:spPr>
        <p:txBody>
          <a:bodyPr anchor="ctr">
            <a:normAutofit/>
          </a:bodyPr>
          <a:lstStyle/>
          <a:p>
            <a:r>
              <a:rPr lang="es-PE" sz="6000" dirty="0">
                <a:solidFill>
                  <a:schemeClr val="tx2"/>
                </a:solidFill>
              </a:rPr>
              <a:t>Proyecto Final Integrador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9FD9B7-02D5-9C11-0DFD-4367317AF6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91293" y="5448098"/>
            <a:ext cx="8409415" cy="896658"/>
          </a:xfrm>
        </p:spPr>
        <p:txBody>
          <a:bodyPr>
            <a:normAutofit/>
          </a:bodyPr>
          <a:lstStyle/>
          <a:p>
            <a:pPr algn="r"/>
            <a:r>
              <a:rPr lang="es-PE" sz="2000" dirty="0">
                <a:solidFill>
                  <a:schemeClr val="accent2"/>
                </a:solidFill>
              </a:rPr>
              <a:t>Castillo Valero Miguel Angel</a:t>
            </a:r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F6C1DD8F-426A-45F7-A524-5569263BE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9916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1">
            <a:extLst>
              <a:ext uri="{FF2B5EF4-FFF2-40B4-BE49-F238E27FC236}">
                <a16:creationId xmlns:a16="http://schemas.microsoft.com/office/drawing/2014/main" id="{98D39CD7-AB20-4006-930C-6368406D0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750388" y="5359400"/>
            <a:ext cx="255031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3">
            <a:extLst>
              <a:ext uri="{FF2B5EF4-FFF2-40B4-BE49-F238E27FC236}">
                <a16:creationId xmlns:a16="http://schemas.microsoft.com/office/drawing/2014/main" id="{3D65D7AA-A0C8-491E-9211-059F0D299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890541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4CFB4D4-CFF3-4172-AB21-A2B3D1223E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2404" y="0"/>
            <a:ext cx="375818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185625-9DD1-F75F-F679-04096C019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7621" y="804672"/>
            <a:ext cx="2824640" cy="5215128"/>
          </a:xfrm>
        </p:spPr>
        <p:txBody>
          <a:bodyPr anchor="ctr">
            <a:normAutofit/>
          </a:bodyPr>
          <a:lstStyle/>
          <a:p>
            <a:r>
              <a:rPr lang="es-PE" sz="3600">
                <a:solidFill>
                  <a:srgbClr val="FFFFFF"/>
                </a:solidFill>
              </a:rPr>
              <a:t>¿Qué es el Sistema de Biblioteca Municipal?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EC9A8F5A-194D-DF6D-CCB3-A5BCC4C2E7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0770063"/>
              </p:ext>
            </p:extLst>
          </p:nvPr>
        </p:nvGraphicFramePr>
        <p:xfrm>
          <a:off x="804672" y="804671"/>
          <a:ext cx="5945449" cy="52550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0957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E4690-1FBB-39D0-69E4-D4E4AB2A0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3B2005-FD1F-DA53-BC3C-5A3C17208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PE" dirty="0"/>
              <a:t>Funcionalidades principales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92C7C7-D8CB-4584-B0B3-EF529106D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/>
              <a:t>Búsqueda y reserva de libros por parte de usuarios.</a:t>
            </a:r>
          </a:p>
          <a:p>
            <a:r>
              <a:rPr lang="es-PE" dirty="0"/>
              <a:t>Gestión, devolución e historial de reservas.</a:t>
            </a:r>
          </a:p>
          <a:p>
            <a:r>
              <a:rPr lang="es-PE" dirty="0"/>
              <a:t>CRUD de libros panel de administrador.</a:t>
            </a:r>
          </a:p>
          <a:p>
            <a:pPr lvl="1"/>
            <a:r>
              <a:rPr lang="es-PE" dirty="0"/>
              <a:t>Administración de autores, editoriales y categorías. </a:t>
            </a:r>
          </a:p>
          <a:p>
            <a:r>
              <a:rPr lang="es-PE" dirty="0"/>
              <a:t>Control de disponibilidad y estado de los libros.</a:t>
            </a:r>
          </a:p>
          <a:p>
            <a:r>
              <a:rPr lang="es-PE" dirty="0"/>
              <a:t>Varios usuarios activos</a:t>
            </a:r>
          </a:p>
        </p:txBody>
      </p:sp>
    </p:spTree>
    <p:extLst>
      <p:ext uri="{BB962C8B-B14F-4D97-AF65-F5344CB8AC3E}">
        <p14:creationId xmlns:p14="http://schemas.microsoft.com/office/powerpoint/2010/main" val="1342161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D7E7FA-13C0-A028-9B5A-422A79C26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7E169C-F919-0576-79FF-ECF966A0B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903" y="200967"/>
            <a:ext cx="9692640" cy="1325562"/>
          </a:xfrm>
        </p:spPr>
        <p:txBody>
          <a:bodyPr>
            <a:normAutofit/>
          </a:bodyPr>
          <a:lstStyle/>
          <a:p>
            <a:r>
              <a:rPr lang="es-PE" dirty="0"/>
              <a:t>Tecnologías utilizadas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53C71C-EE3C-44D8-8587-9A4D9D5CC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C47D0D7B-8979-0211-ADED-802AEADC70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6398217"/>
              </p:ext>
            </p:extLst>
          </p:nvPr>
        </p:nvGraphicFramePr>
        <p:xfrm>
          <a:off x="1151340" y="1896425"/>
          <a:ext cx="9225767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85901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D5E0904-721C-4D68-9EB8-1C9752E32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98ECBA-3258-45DF-8FD4-7581736BC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244"/>
            <a:ext cx="457200" cy="685800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2BF453-BD82-4B90-9FE7-517031338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83564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2B56394-A366-C4CF-CDA8-37F8051B4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090" y="758952"/>
            <a:ext cx="2802194" cy="404164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>
                <a:solidFill>
                  <a:srgbClr val="FFFFFF"/>
                </a:solidFill>
              </a:rPr>
              <a:t>Diagrama de base de datos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72366D3-9B5C-42E1-9906-77FF6BB55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2283" y="0"/>
            <a:ext cx="756100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BE494D7-7D1F-D719-D9A7-5A738F77B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420" y="484632"/>
            <a:ext cx="5058732" cy="588224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21F5E60-4E89-4B16-A245-12BD99359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89916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31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8A5C9-AA1F-36F3-0742-B260FA232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1101DE-DE67-2AD7-6C8F-30B9AECB4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Arquitectura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717E514-4EE0-817E-8180-736120A324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8682" y="2339599"/>
            <a:ext cx="10295830" cy="2785059"/>
          </a:xfrm>
        </p:spPr>
      </p:pic>
    </p:spTree>
    <p:extLst>
      <p:ext uri="{BB962C8B-B14F-4D97-AF65-F5344CB8AC3E}">
        <p14:creationId xmlns:p14="http://schemas.microsoft.com/office/powerpoint/2010/main" val="1170693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906565-9499-344F-8E95-EBC917E92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Repositorio de </a:t>
            </a:r>
            <a:r>
              <a:rPr lang="es-PE" dirty="0" err="1"/>
              <a:t>Github</a:t>
            </a:r>
            <a:endParaRPr lang="es-PE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DCEF6C5C-51B8-9C68-B5A2-2ACF619DB0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7698" y="2594700"/>
            <a:ext cx="7452845" cy="3976922"/>
          </a:xfr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6005396-C3CF-4D98-E881-65A6B6BE0B13}"/>
              </a:ext>
            </a:extLst>
          </p:cNvPr>
          <p:cNvSpPr txBox="1"/>
          <p:nvPr/>
        </p:nvSpPr>
        <p:spPr>
          <a:xfrm>
            <a:off x="1261871" y="1726550"/>
            <a:ext cx="84146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dirty="0">
                <a:hlinkClick r:id="rId3"/>
              </a:rPr>
              <a:t>LoP-1/</a:t>
            </a:r>
            <a:r>
              <a:rPr lang="es-PE" dirty="0" err="1">
                <a:hlinkClick r:id="rId3"/>
              </a:rPr>
              <a:t>Proyecto_Final_Integrador</a:t>
            </a:r>
            <a:r>
              <a:rPr lang="es-PE" dirty="0">
                <a:hlinkClick r:id="rId3"/>
              </a:rPr>
              <a:t>: Proyecto final integrador -Sistema de </a:t>
            </a:r>
            <a:r>
              <a:rPr lang="es-PE" dirty="0" err="1">
                <a:hlinkClick r:id="rId3"/>
              </a:rPr>
              <a:t>gestion</a:t>
            </a:r>
            <a:r>
              <a:rPr lang="es-PE" dirty="0">
                <a:hlinkClick r:id="rId3"/>
              </a:rPr>
              <a:t> de libros - Biblioteca Municipal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626771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6D6230-69B4-316A-6B56-737008E9D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081" y="481781"/>
            <a:ext cx="9692640" cy="786754"/>
          </a:xfrm>
        </p:spPr>
        <p:txBody>
          <a:bodyPr>
            <a:normAutofit fontScale="90000"/>
          </a:bodyPr>
          <a:lstStyle/>
          <a:p>
            <a:r>
              <a:rPr lang="es-PE" dirty="0"/>
              <a:t>Documentación del </a:t>
            </a:r>
            <a:r>
              <a:rPr lang="es-PE" dirty="0" err="1"/>
              <a:t>Backend</a:t>
            </a:r>
            <a:r>
              <a:rPr lang="es-PE" dirty="0"/>
              <a:t> -  </a:t>
            </a:r>
            <a:r>
              <a:rPr lang="es-PE" dirty="0" err="1"/>
              <a:t>Swagger</a:t>
            </a:r>
            <a:endParaRPr lang="es-PE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111E7FA-5FD9-B452-E33C-8269E48D3E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1531" y="1644929"/>
            <a:ext cx="9389190" cy="4731290"/>
          </a:xfrm>
        </p:spPr>
      </p:pic>
    </p:spTree>
    <p:extLst>
      <p:ext uri="{BB962C8B-B14F-4D97-AF65-F5344CB8AC3E}">
        <p14:creationId xmlns:p14="http://schemas.microsoft.com/office/powerpoint/2010/main" val="484149878"/>
      </p:ext>
    </p:extLst>
  </p:cSld>
  <p:clrMapOvr>
    <a:masterClrMapping/>
  </p:clrMapOvr>
</p:sld>
</file>

<file path=ppt/theme/theme1.xml><?xml version="1.0" encoding="utf-8"?>
<a:theme xmlns:a="http://schemas.openxmlformats.org/drawingml/2006/main" name="Vista">
  <a:themeElements>
    <a:clrScheme name="Vista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sta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sta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TM03457515[[fn=Vista]]</Template>
  <TotalTime>192</TotalTime>
  <Words>157</Words>
  <Application>Microsoft Office PowerPoint</Application>
  <PresentationFormat>Panorámica</PresentationFormat>
  <Paragraphs>26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Century Schoolbook</vt:lpstr>
      <vt:lpstr>Wingdings 2</vt:lpstr>
      <vt:lpstr>Vista</vt:lpstr>
      <vt:lpstr>Proyecto Final Integrador</vt:lpstr>
      <vt:lpstr>¿Qué es el Sistema de Biblioteca Municipal?</vt:lpstr>
      <vt:lpstr>Funcionalidades principales</vt:lpstr>
      <vt:lpstr>Tecnologías utilizadas</vt:lpstr>
      <vt:lpstr>Diagrama de base de datos</vt:lpstr>
      <vt:lpstr>Arquitectura</vt:lpstr>
      <vt:lpstr>Repositorio de Github</vt:lpstr>
      <vt:lpstr>Documentación del Backend -  Swagger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ALUMNO - MIGUEL ANGEL CASTILLO VALERO</dc:creator>
  <cp:lastModifiedBy>ALUMNO - MIGUEL ANGEL CASTILLO VALERO</cp:lastModifiedBy>
  <cp:revision>2</cp:revision>
  <dcterms:created xsi:type="dcterms:W3CDTF">2025-06-14T04:05:48Z</dcterms:created>
  <dcterms:modified xsi:type="dcterms:W3CDTF">2025-07-12T06:50:37Z</dcterms:modified>
</cp:coreProperties>
</file>