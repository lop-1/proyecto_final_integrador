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57" r:id="rId3"/>
    <p:sldId id="258" r:id="rId4"/>
    <p:sldId id="259" r:id="rId5"/>
    <p:sldId id="260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625C59-E2AE-4745-A4D8-78AB9E667EFE}" type="doc">
      <dgm:prSet loTypeId="urn:microsoft.com/office/officeart/2005/8/layout/vProcess5" loCatId="process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243C167-6F60-4D0E-8039-53667638FB7E}">
      <dgm:prSet/>
      <dgm:spPr/>
      <dgm:t>
        <a:bodyPr/>
        <a:lstStyle/>
        <a:p>
          <a:r>
            <a:rPr lang="es-PE" baseline="0"/>
            <a:t>Es una aplicación web integral que permite:</a:t>
          </a:r>
          <a:endParaRPr lang="en-US"/>
        </a:p>
      </dgm:t>
    </dgm:pt>
    <dgm:pt modelId="{9D8C060B-075A-43A7-AA9A-D72B58E0EE9E}" type="parTrans" cxnId="{27930461-79B3-48C4-9798-3A85744FC92A}">
      <dgm:prSet/>
      <dgm:spPr/>
      <dgm:t>
        <a:bodyPr/>
        <a:lstStyle/>
        <a:p>
          <a:endParaRPr lang="en-US"/>
        </a:p>
      </dgm:t>
    </dgm:pt>
    <dgm:pt modelId="{EAD005D9-51EB-4714-A915-D6497B07B62F}" type="sibTrans" cxnId="{27930461-79B3-48C4-9798-3A85744FC92A}">
      <dgm:prSet/>
      <dgm:spPr/>
      <dgm:t>
        <a:bodyPr/>
        <a:lstStyle/>
        <a:p>
          <a:endParaRPr lang="en-US"/>
        </a:p>
      </dgm:t>
    </dgm:pt>
    <dgm:pt modelId="{F2F37AB9-788A-41DB-A240-25E94753DD0A}">
      <dgm:prSet/>
      <dgm:spPr/>
      <dgm:t>
        <a:bodyPr/>
        <a:lstStyle/>
        <a:p>
          <a:r>
            <a:rPr lang="es-PE" baseline="0"/>
            <a:t>La gestión digital de libros y reservas.</a:t>
          </a:r>
          <a:endParaRPr lang="en-US"/>
        </a:p>
      </dgm:t>
    </dgm:pt>
    <dgm:pt modelId="{F00D7360-3A71-4A42-902B-E8CD730AAAE4}" type="parTrans" cxnId="{7D50C08B-9E1B-44AD-9DA5-17062096B6F7}">
      <dgm:prSet/>
      <dgm:spPr/>
      <dgm:t>
        <a:bodyPr/>
        <a:lstStyle/>
        <a:p>
          <a:endParaRPr lang="en-US"/>
        </a:p>
      </dgm:t>
    </dgm:pt>
    <dgm:pt modelId="{00F5210F-E951-45AF-BB5C-8470EEDBDF9D}" type="sibTrans" cxnId="{7D50C08B-9E1B-44AD-9DA5-17062096B6F7}">
      <dgm:prSet/>
      <dgm:spPr/>
      <dgm:t>
        <a:bodyPr/>
        <a:lstStyle/>
        <a:p>
          <a:endParaRPr lang="en-US"/>
        </a:p>
      </dgm:t>
    </dgm:pt>
    <dgm:pt modelId="{A08DFABD-3B68-4843-98CD-041B344903FB}">
      <dgm:prSet/>
      <dgm:spPr/>
      <dgm:t>
        <a:bodyPr/>
        <a:lstStyle/>
        <a:p>
          <a:r>
            <a:rPr lang="es-PE" baseline="0"/>
            <a:t>La administración de autores, categorías y editoriales</a:t>
          </a:r>
          <a:endParaRPr lang="en-US"/>
        </a:p>
      </dgm:t>
    </dgm:pt>
    <dgm:pt modelId="{51393491-D5E0-4F4B-BF56-D931DE808D10}" type="parTrans" cxnId="{375CADF5-327E-44DF-8148-592F26592B84}">
      <dgm:prSet/>
      <dgm:spPr/>
      <dgm:t>
        <a:bodyPr/>
        <a:lstStyle/>
        <a:p>
          <a:endParaRPr lang="en-US"/>
        </a:p>
      </dgm:t>
    </dgm:pt>
    <dgm:pt modelId="{75A7ADAA-5EC0-4935-8D88-ED74DABEAE6A}" type="sibTrans" cxnId="{375CADF5-327E-44DF-8148-592F26592B84}">
      <dgm:prSet/>
      <dgm:spPr/>
      <dgm:t>
        <a:bodyPr/>
        <a:lstStyle/>
        <a:p>
          <a:endParaRPr lang="en-US"/>
        </a:p>
      </dgm:t>
    </dgm:pt>
    <dgm:pt modelId="{9012B8C7-9DE0-4A9C-9B5B-018F1ACE7A4B}">
      <dgm:prSet/>
      <dgm:spPr/>
      <dgm:t>
        <a:bodyPr/>
        <a:lstStyle/>
        <a:p>
          <a:r>
            <a:rPr lang="es-PE" baseline="0"/>
            <a:t>Una experiencia sencilla tanto para usuarios lectores como para administradores.</a:t>
          </a:r>
          <a:endParaRPr lang="en-US"/>
        </a:p>
      </dgm:t>
    </dgm:pt>
    <dgm:pt modelId="{EC4102F6-612E-4813-91EE-916F0E4DC4E1}" type="parTrans" cxnId="{12BA3DC8-0309-4226-9A98-A8694FF4A029}">
      <dgm:prSet/>
      <dgm:spPr/>
      <dgm:t>
        <a:bodyPr/>
        <a:lstStyle/>
        <a:p>
          <a:endParaRPr lang="en-US"/>
        </a:p>
      </dgm:t>
    </dgm:pt>
    <dgm:pt modelId="{75257BC1-0234-41FA-B099-75F6E27A3705}" type="sibTrans" cxnId="{12BA3DC8-0309-4226-9A98-A8694FF4A029}">
      <dgm:prSet/>
      <dgm:spPr/>
      <dgm:t>
        <a:bodyPr/>
        <a:lstStyle/>
        <a:p>
          <a:endParaRPr lang="en-US"/>
        </a:p>
      </dgm:t>
    </dgm:pt>
    <dgm:pt modelId="{E3C5BB5C-0B1D-4BD5-8F0E-BCE097F4E1A5}" type="pres">
      <dgm:prSet presAssocID="{DD625C59-E2AE-4745-A4D8-78AB9E667EFE}" presName="outerComposite" presStyleCnt="0">
        <dgm:presLayoutVars>
          <dgm:chMax val="5"/>
          <dgm:dir/>
          <dgm:resizeHandles val="exact"/>
        </dgm:presLayoutVars>
      </dgm:prSet>
      <dgm:spPr/>
    </dgm:pt>
    <dgm:pt modelId="{8A8FD89E-4F75-4636-8982-83CE6EE5B60E}" type="pres">
      <dgm:prSet presAssocID="{DD625C59-E2AE-4745-A4D8-78AB9E667EFE}" presName="dummyMaxCanvas" presStyleCnt="0">
        <dgm:presLayoutVars/>
      </dgm:prSet>
      <dgm:spPr/>
    </dgm:pt>
    <dgm:pt modelId="{4F7B81F7-600A-4978-8280-4D1EAFF62E15}" type="pres">
      <dgm:prSet presAssocID="{DD625C59-E2AE-4745-A4D8-78AB9E667EFE}" presName="FourNodes_1" presStyleLbl="node1" presStyleIdx="0" presStyleCnt="4">
        <dgm:presLayoutVars>
          <dgm:bulletEnabled val="1"/>
        </dgm:presLayoutVars>
      </dgm:prSet>
      <dgm:spPr/>
    </dgm:pt>
    <dgm:pt modelId="{C93BE2DD-2901-4F87-9EA0-1530E4B5CA63}" type="pres">
      <dgm:prSet presAssocID="{DD625C59-E2AE-4745-A4D8-78AB9E667EFE}" presName="FourNodes_2" presStyleLbl="node1" presStyleIdx="1" presStyleCnt="4">
        <dgm:presLayoutVars>
          <dgm:bulletEnabled val="1"/>
        </dgm:presLayoutVars>
      </dgm:prSet>
      <dgm:spPr/>
    </dgm:pt>
    <dgm:pt modelId="{B18D0EF0-1FA3-4265-B87E-47A197AD39DC}" type="pres">
      <dgm:prSet presAssocID="{DD625C59-E2AE-4745-A4D8-78AB9E667EFE}" presName="FourNodes_3" presStyleLbl="node1" presStyleIdx="2" presStyleCnt="4">
        <dgm:presLayoutVars>
          <dgm:bulletEnabled val="1"/>
        </dgm:presLayoutVars>
      </dgm:prSet>
      <dgm:spPr/>
    </dgm:pt>
    <dgm:pt modelId="{493688D8-A359-49F7-B18C-DCD202BDD45D}" type="pres">
      <dgm:prSet presAssocID="{DD625C59-E2AE-4745-A4D8-78AB9E667EFE}" presName="FourNodes_4" presStyleLbl="node1" presStyleIdx="3" presStyleCnt="4">
        <dgm:presLayoutVars>
          <dgm:bulletEnabled val="1"/>
        </dgm:presLayoutVars>
      </dgm:prSet>
      <dgm:spPr/>
    </dgm:pt>
    <dgm:pt modelId="{11294CCD-303E-4B9B-B2CC-4DC4A9F3E8E6}" type="pres">
      <dgm:prSet presAssocID="{DD625C59-E2AE-4745-A4D8-78AB9E667EFE}" presName="FourConn_1-2" presStyleLbl="fgAccFollowNode1" presStyleIdx="0" presStyleCnt="3">
        <dgm:presLayoutVars>
          <dgm:bulletEnabled val="1"/>
        </dgm:presLayoutVars>
      </dgm:prSet>
      <dgm:spPr/>
    </dgm:pt>
    <dgm:pt modelId="{A30C7ADE-05E5-4049-B2C8-1C15657DAA6D}" type="pres">
      <dgm:prSet presAssocID="{DD625C59-E2AE-4745-A4D8-78AB9E667EFE}" presName="FourConn_2-3" presStyleLbl="fgAccFollowNode1" presStyleIdx="1" presStyleCnt="3">
        <dgm:presLayoutVars>
          <dgm:bulletEnabled val="1"/>
        </dgm:presLayoutVars>
      </dgm:prSet>
      <dgm:spPr/>
    </dgm:pt>
    <dgm:pt modelId="{3037F91E-95FE-462B-BB3A-CCB1A472F261}" type="pres">
      <dgm:prSet presAssocID="{DD625C59-E2AE-4745-A4D8-78AB9E667EFE}" presName="FourConn_3-4" presStyleLbl="fgAccFollowNode1" presStyleIdx="2" presStyleCnt="3">
        <dgm:presLayoutVars>
          <dgm:bulletEnabled val="1"/>
        </dgm:presLayoutVars>
      </dgm:prSet>
      <dgm:spPr/>
    </dgm:pt>
    <dgm:pt modelId="{762830AC-4F0F-4842-B4CD-3BB1BAE89FAE}" type="pres">
      <dgm:prSet presAssocID="{DD625C59-E2AE-4745-A4D8-78AB9E667EFE}" presName="FourNodes_1_text" presStyleLbl="node1" presStyleIdx="3" presStyleCnt="4">
        <dgm:presLayoutVars>
          <dgm:bulletEnabled val="1"/>
        </dgm:presLayoutVars>
      </dgm:prSet>
      <dgm:spPr/>
    </dgm:pt>
    <dgm:pt modelId="{2C8108E2-1752-41E7-AF93-12904804516E}" type="pres">
      <dgm:prSet presAssocID="{DD625C59-E2AE-4745-A4D8-78AB9E667EFE}" presName="FourNodes_2_text" presStyleLbl="node1" presStyleIdx="3" presStyleCnt="4">
        <dgm:presLayoutVars>
          <dgm:bulletEnabled val="1"/>
        </dgm:presLayoutVars>
      </dgm:prSet>
      <dgm:spPr/>
    </dgm:pt>
    <dgm:pt modelId="{0BF8FE3F-EEA7-4D70-B944-43FEDDCD56DA}" type="pres">
      <dgm:prSet presAssocID="{DD625C59-E2AE-4745-A4D8-78AB9E667EFE}" presName="FourNodes_3_text" presStyleLbl="node1" presStyleIdx="3" presStyleCnt="4">
        <dgm:presLayoutVars>
          <dgm:bulletEnabled val="1"/>
        </dgm:presLayoutVars>
      </dgm:prSet>
      <dgm:spPr/>
    </dgm:pt>
    <dgm:pt modelId="{6F2F7ECA-CB5F-4A9F-BAA7-9472F116D970}" type="pres">
      <dgm:prSet presAssocID="{DD625C59-E2AE-4745-A4D8-78AB9E667EFE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317C4C0A-5548-4F7A-A6A9-D4BA76FA675B}" type="presOf" srcId="{EAD005D9-51EB-4714-A915-D6497B07B62F}" destId="{11294CCD-303E-4B9B-B2CC-4DC4A9F3E8E6}" srcOrd="0" destOrd="0" presId="urn:microsoft.com/office/officeart/2005/8/layout/vProcess5"/>
    <dgm:cxn modelId="{26046A1E-F40D-4196-88A6-FF222534D63D}" type="presOf" srcId="{D243C167-6F60-4D0E-8039-53667638FB7E}" destId="{762830AC-4F0F-4842-B4CD-3BB1BAE89FAE}" srcOrd="1" destOrd="0" presId="urn:microsoft.com/office/officeart/2005/8/layout/vProcess5"/>
    <dgm:cxn modelId="{27930461-79B3-48C4-9798-3A85744FC92A}" srcId="{DD625C59-E2AE-4745-A4D8-78AB9E667EFE}" destId="{D243C167-6F60-4D0E-8039-53667638FB7E}" srcOrd="0" destOrd="0" parTransId="{9D8C060B-075A-43A7-AA9A-D72B58E0EE9E}" sibTransId="{EAD005D9-51EB-4714-A915-D6497B07B62F}"/>
    <dgm:cxn modelId="{0B15D464-ADC7-4329-8D26-81B1C645AF56}" type="presOf" srcId="{9012B8C7-9DE0-4A9C-9B5B-018F1ACE7A4B}" destId="{493688D8-A359-49F7-B18C-DCD202BDD45D}" srcOrd="0" destOrd="0" presId="urn:microsoft.com/office/officeart/2005/8/layout/vProcess5"/>
    <dgm:cxn modelId="{7CCCAB79-094B-4607-8631-60EB59FB8A16}" type="presOf" srcId="{75A7ADAA-5EC0-4935-8D88-ED74DABEAE6A}" destId="{3037F91E-95FE-462B-BB3A-CCB1A472F261}" srcOrd="0" destOrd="0" presId="urn:microsoft.com/office/officeart/2005/8/layout/vProcess5"/>
    <dgm:cxn modelId="{13FEAD7C-1377-42E2-ACDB-BE363D5DE465}" type="presOf" srcId="{F2F37AB9-788A-41DB-A240-25E94753DD0A}" destId="{2C8108E2-1752-41E7-AF93-12904804516E}" srcOrd="1" destOrd="0" presId="urn:microsoft.com/office/officeart/2005/8/layout/vProcess5"/>
    <dgm:cxn modelId="{7D50C08B-9E1B-44AD-9DA5-17062096B6F7}" srcId="{DD625C59-E2AE-4745-A4D8-78AB9E667EFE}" destId="{F2F37AB9-788A-41DB-A240-25E94753DD0A}" srcOrd="1" destOrd="0" parTransId="{F00D7360-3A71-4A42-902B-E8CD730AAAE4}" sibTransId="{00F5210F-E951-45AF-BB5C-8470EEDBDF9D}"/>
    <dgm:cxn modelId="{48315894-A341-49CA-9F14-A363F64E6610}" type="presOf" srcId="{D243C167-6F60-4D0E-8039-53667638FB7E}" destId="{4F7B81F7-600A-4978-8280-4D1EAFF62E15}" srcOrd="0" destOrd="0" presId="urn:microsoft.com/office/officeart/2005/8/layout/vProcess5"/>
    <dgm:cxn modelId="{4D3E07A4-4B43-40B5-8AA7-52576BEBA981}" type="presOf" srcId="{A08DFABD-3B68-4843-98CD-041B344903FB}" destId="{0BF8FE3F-EEA7-4D70-B944-43FEDDCD56DA}" srcOrd="1" destOrd="0" presId="urn:microsoft.com/office/officeart/2005/8/layout/vProcess5"/>
    <dgm:cxn modelId="{247F1EAD-9FB8-4DE1-9120-038E8EE7EE1B}" type="presOf" srcId="{00F5210F-E951-45AF-BB5C-8470EEDBDF9D}" destId="{A30C7ADE-05E5-4049-B2C8-1C15657DAA6D}" srcOrd="0" destOrd="0" presId="urn:microsoft.com/office/officeart/2005/8/layout/vProcess5"/>
    <dgm:cxn modelId="{F727EBB2-7EAD-4605-8891-5A43BC8034C0}" type="presOf" srcId="{A08DFABD-3B68-4843-98CD-041B344903FB}" destId="{B18D0EF0-1FA3-4265-B87E-47A197AD39DC}" srcOrd="0" destOrd="0" presId="urn:microsoft.com/office/officeart/2005/8/layout/vProcess5"/>
    <dgm:cxn modelId="{12BA3DC8-0309-4226-9A98-A8694FF4A029}" srcId="{DD625C59-E2AE-4745-A4D8-78AB9E667EFE}" destId="{9012B8C7-9DE0-4A9C-9B5B-018F1ACE7A4B}" srcOrd="3" destOrd="0" parTransId="{EC4102F6-612E-4813-91EE-916F0E4DC4E1}" sibTransId="{75257BC1-0234-41FA-B099-75F6E27A3705}"/>
    <dgm:cxn modelId="{38F39ED2-C3EE-40DC-93A6-A40E67AD10F5}" type="presOf" srcId="{F2F37AB9-788A-41DB-A240-25E94753DD0A}" destId="{C93BE2DD-2901-4F87-9EA0-1530E4B5CA63}" srcOrd="0" destOrd="0" presId="urn:microsoft.com/office/officeart/2005/8/layout/vProcess5"/>
    <dgm:cxn modelId="{B608C3DE-A8C3-4A20-BA38-AD987A2685D3}" type="presOf" srcId="{9012B8C7-9DE0-4A9C-9B5B-018F1ACE7A4B}" destId="{6F2F7ECA-CB5F-4A9F-BAA7-9472F116D970}" srcOrd="1" destOrd="0" presId="urn:microsoft.com/office/officeart/2005/8/layout/vProcess5"/>
    <dgm:cxn modelId="{375CADF5-327E-44DF-8148-592F26592B84}" srcId="{DD625C59-E2AE-4745-A4D8-78AB9E667EFE}" destId="{A08DFABD-3B68-4843-98CD-041B344903FB}" srcOrd="2" destOrd="0" parTransId="{51393491-D5E0-4F4B-BF56-D931DE808D10}" sibTransId="{75A7ADAA-5EC0-4935-8D88-ED74DABEAE6A}"/>
    <dgm:cxn modelId="{950111FE-F125-4CE3-B51D-20BCA5AAD45B}" type="presOf" srcId="{DD625C59-E2AE-4745-A4D8-78AB9E667EFE}" destId="{E3C5BB5C-0B1D-4BD5-8F0E-BCE097F4E1A5}" srcOrd="0" destOrd="0" presId="urn:microsoft.com/office/officeart/2005/8/layout/vProcess5"/>
    <dgm:cxn modelId="{510CB86B-66C5-4795-BE2D-D4499C897D58}" type="presParOf" srcId="{E3C5BB5C-0B1D-4BD5-8F0E-BCE097F4E1A5}" destId="{8A8FD89E-4F75-4636-8982-83CE6EE5B60E}" srcOrd="0" destOrd="0" presId="urn:microsoft.com/office/officeart/2005/8/layout/vProcess5"/>
    <dgm:cxn modelId="{EDB11C5B-FA0D-4570-B7B1-81926F85A6F6}" type="presParOf" srcId="{E3C5BB5C-0B1D-4BD5-8F0E-BCE097F4E1A5}" destId="{4F7B81F7-600A-4978-8280-4D1EAFF62E15}" srcOrd="1" destOrd="0" presId="urn:microsoft.com/office/officeart/2005/8/layout/vProcess5"/>
    <dgm:cxn modelId="{322E83E2-4C97-4EAB-91CD-EC4EBA88C727}" type="presParOf" srcId="{E3C5BB5C-0B1D-4BD5-8F0E-BCE097F4E1A5}" destId="{C93BE2DD-2901-4F87-9EA0-1530E4B5CA63}" srcOrd="2" destOrd="0" presId="urn:microsoft.com/office/officeart/2005/8/layout/vProcess5"/>
    <dgm:cxn modelId="{1C15B3C8-D2ED-49CB-804C-3BA2D90717FC}" type="presParOf" srcId="{E3C5BB5C-0B1D-4BD5-8F0E-BCE097F4E1A5}" destId="{B18D0EF0-1FA3-4265-B87E-47A197AD39DC}" srcOrd="3" destOrd="0" presId="urn:microsoft.com/office/officeart/2005/8/layout/vProcess5"/>
    <dgm:cxn modelId="{FCA9ACB3-4C23-48EE-A4DF-71065D93CF12}" type="presParOf" srcId="{E3C5BB5C-0B1D-4BD5-8F0E-BCE097F4E1A5}" destId="{493688D8-A359-49F7-B18C-DCD202BDD45D}" srcOrd="4" destOrd="0" presId="urn:microsoft.com/office/officeart/2005/8/layout/vProcess5"/>
    <dgm:cxn modelId="{093EC71F-D4C8-46FB-AF3F-44E85450B0AC}" type="presParOf" srcId="{E3C5BB5C-0B1D-4BD5-8F0E-BCE097F4E1A5}" destId="{11294CCD-303E-4B9B-B2CC-4DC4A9F3E8E6}" srcOrd="5" destOrd="0" presId="urn:microsoft.com/office/officeart/2005/8/layout/vProcess5"/>
    <dgm:cxn modelId="{EF7E1595-9D9D-40D7-9B94-FB0479113BC1}" type="presParOf" srcId="{E3C5BB5C-0B1D-4BD5-8F0E-BCE097F4E1A5}" destId="{A30C7ADE-05E5-4049-B2C8-1C15657DAA6D}" srcOrd="6" destOrd="0" presId="urn:microsoft.com/office/officeart/2005/8/layout/vProcess5"/>
    <dgm:cxn modelId="{555FBA18-BCF8-4EF1-9F86-6FB71ABC0AEE}" type="presParOf" srcId="{E3C5BB5C-0B1D-4BD5-8F0E-BCE097F4E1A5}" destId="{3037F91E-95FE-462B-BB3A-CCB1A472F261}" srcOrd="7" destOrd="0" presId="urn:microsoft.com/office/officeart/2005/8/layout/vProcess5"/>
    <dgm:cxn modelId="{0FB1B82E-C81A-4526-A4DA-8BEE6026FDC4}" type="presParOf" srcId="{E3C5BB5C-0B1D-4BD5-8F0E-BCE097F4E1A5}" destId="{762830AC-4F0F-4842-B4CD-3BB1BAE89FAE}" srcOrd="8" destOrd="0" presId="urn:microsoft.com/office/officeart/2005/8/layout/vProcess5"/>
    <dgm:cxn modelId="{6543A914-8D8B-488B-ACF6-CCD4816C9B4C}" type="presParOf" srcId="{E3C5BB5C-0B1D-4BD5-8F0E-BCE097F4E1A5}" destId="{2C8108E2-1752-41E7-AF93-12904804516E}" srcOrd="9" destOrd="0" presId="urn:microsoft.com/office/officeart/2005/8/layout/vProcess5"/>
    <dgm:cxn modelId="{EDD6E2CA-8274-457D-B7D2-5377E0E624BA}" type="presParOf" srcId="{E3C5BB5C-0B1D-4BD5-8F0E-BCE097F4E1A5}" destId="{0BF8FE3F-EEA7-4D70-B944-43FEDDCD56DA}" srcOrd="10" destOrd="0" presId="urn:microsoft.com/office/officeart/2005/8/layout/vProcess5"/>
    <dgm:cxn modelId="{C066C627-6A22-4E5C-95B6-B93088D74DC5}" type="presParOf" srcId="{E3C5BB5C-0B1D-4BD5-8F0E-BCE097F4E1A5}" destId="{6F2F7ECA-CB5F-4A9F-BAA7-9472F116D97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3CC05E-1108-4A3D-87BE-09AF24C376F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397E903-1469-4F13-8FAF-FF7A20B9690C}">
      <dgm:prSet/>
      <dgm:spPr/>
      <dgm:t>
        <a:bodyPr/>
        <a:lstStyle/>
        <a:p>
          <a:r>
            <a:rPr lang="es-PE" baseline="0"/>
            <a:t>Backend:</a:t>
          </a:r>
          <a:endParaRPr lang="en-US"/>
        </a:p>
      </dgm:t>
    </dgm:pt>
    <dgm:pt modelId="{CC3C012F-04D3-4AC6-AD2E-01F41690A7F1}" type="parTrans" cxnId="{B11F02A4-340D-4FC0-B7CA-F2BAEC2C0A30}">
      <dgm:prSet/>
      <dgm:spPr/>
      <dgm:t>
        <a:bodyPr/>
        <a:lstStyle/>
        <a:p>
          <a:endParaRPr lang="en-US"/>
        </a:p>
      </dgm:t>
    </dgm:pt>
    <dgm:pt modelId="{26CF4D44-0893-4ABF-B8BF-0FAF3A0D2A61}" type="sibTrans" cxnId="{B11F02A4-340D-4FC0-B7CA-F2BAEC2C0A30}">
      <dgm:prSet/>
      <dgm:spPr/>
      <dgm:t>
        <a:bodyPr/>
        <a:lstStyle/>
        <a:p>
          <a:endParaRPr lang="en-US"/>
        </a:p>
      </dgm:t>
    </dgm:pt>
    <dgm:pt modelId="{BE7B4514-0EBD-44B1-9859-AB22A883D61D}">
      <dgm:prSet/>
      <dgm:spPr/>
      <dgm:t>
        <a:bodyPr/>
        <a:lstStyle/>
        <a:p>
          <a:r>
            <a:rPr lang="es-PE" baseline="0"/>
            <a:t>Java, Spring Boot, MySQL</a:t>
          </a:r>
          <a:endParaRPr lang="en-US"/>
        </a:p>
      </dgm:t>
    </dgm:pt>
    <dgm:pt modelId="{2FBE23D8-B0CE-4804-8358-ED7DBEE2910B}" type="parTrans" cxnId="{87F69C56-5580-4639-9134-C5BF2DE67CA6}">
      <dgm:prSet/>
      <dgm:spPr/>
      <dgm:t>
        <a:bodyPr/>
        <a:lstStyle/>
        <a:p>
          <a:endParaRPr lang="en-US"/>
        </a:p>
      </dgm:t>
    </dgm:pt>
    <dgm:pt modelId="{460F8236-C8CB-4221-9896-7CF09A6FF429}" type="sibTrans" cxnId="{87F69C56-5580-4639-9134-C5BF2DE67CA6}">
      <dgm:prSet/>
      <dgm:spPr/>
      <dgm:t>
        <a:bodyPr/>
        <a:lstStyle/>
        <a:p>
          <a:endParaRPr lang="en-US"/>
        </a:p>
      </dgm:t>
    </dgm:pt>
    <dgm:pt modelId="{933E7D05-8D56-4C2D-9E9B-465C577BBA32}">
      <dgm:prSet/>
      <dgm:spPr/>
      <dgm:t>
        <a:bodyPr/>
        <a:lstStyle/>
        <a:p>
          <a:r>
            <a:rPr lang="es-PE" baseline="0"/>
            <a:t>Frontend:</a:t>
          </a:r>
          <a:endParaRPr lang="en-US"/>
        </a:p>
      </dgm:t>
    </dgm:pt>
    <dgm:pt modelId="{B4549363-B80D-48ED-AAC5-8C2681A1F688}" type="parTrans" cxnId="{7C886E2F-6BAB-4E15-9665-297CDF89BAAB}">
      <dgm:prSet/>
      <dgm:spPr/>
      <dgm:t>
        <a:bodyPr/>
        <a:lstStyle/>
        <a:p>
          <a:endParaRPr lang="en-US"/>
        </a:p>
      </dgm:t>
    </dgm:pt>
    <dgm:pt modelId="{D0F8B9E8-D91C-4AEC-9F09-E2088B41716C}" type="sibTrans" cxnId="{7C886E2F-6BAB-4E15-9665-297CDF89BAAB}">
      <dgm:prSet/>
      <dgm:spPr/>
      <dgm:t>
        <a:bodyPr/>
        <a:lstStyle/>
        <a:p>
          <a:endParaRPr lang="en-US"/>
        </a:p>
      </dgm:t>
    </dgm:pt>
    <dgm:pt modelId="{6EC2D6FD-19B8-43FC-B8B1-3374266CAB81}">
      <dgm:prSet/>
      <dgm:spPr/>
      <dgm:t>
        <a:bodyPr/>
        <a:lstStyle/>
        <a:p>
          <a:r>
            <a:rPr lang="es-PE" baseline="0"/>
            <a:t>HTML5, CSS3, JavaScript</a:t>
          </a:r>
          <a:endParaRPr lang="en-US"/>
        </a:p>
      </dgm:t>
    </dgm:pt>
    <dgm:pt modelId="{26A67D4A-3C67-4628-A496-05FBAADC69D0}" type="parTrans" cxnId="{0F8A9ED6-901B-4F19-9E9E-0C253326A2D6}">
      <dgm:prSet/>
      <dgm:spPr/>
      <dgm:t>
        <a:bodyPr/>
        <a:lstStyle/>
        <a:p>
          <a:endParaRPr lang="en-US"/>
        </a:p>
      </dgm:t>
    </dgm:pt>
    <dgm:pt modelId="{6ACE1F3E-3EB8-453B-8A0F-8E9C1CF0165F}" type="sibTrans" cxnId="{0F8A9ED6-901B-4F19-9E9E-0C253326A2D6}">
      <dgm:prSet/>
      <dgm:spPr/>
      <dgm:t>
        <a:bodyPr/>
        <a:lstStyle/>
        <a:p>
          <a:endParaRPr lang="en-US"/>
        </a:p>
      </dgm:t>
    </dgm:pt>
    <dgm:pt modelId="{1CDA0455-251B-4A57-B9BC-2AE98FA06BDC}">
      <dgm:prSet/>
      <dgm:spPr/>
      <dgm:t>
        <a:bodyPr/>
        <a:lstStyle/>
        <a:p>
          <a:r>
            <a:rPr lang="es-PE" baseline="0"/>
            <a:t>Control de versiones:	</a:t>
          </a:r>
          <a:endParaRPr lang="en-US"/>
        </a:p>
      </dgm:t>
    </dgm:pt>
    <dgm:pt modelId="{28E3C32E-9619-4041-B8A2-2E4086F6289C}" type="parTrans" cxnId="{F073B574-3419-4576-A7B8-9D157C6090AF}">
      <dgm:prSet/>
      <dgm:spPr/>
      <dgm:t>
        <a:bodyPr/>
        <a:lstStyle/>
        <a:p>
          <a:endParaRPr lang="en-US"/>
        </a:p>
      </dgm:t>
    </dgm:pt>
    <dgm:pt modelId="{0C28C86F-1BCE-4AF2-9F0B-77CA95C5726C}" type="sibTrans" cxnId="{F073B574-3419-4576-A7B8-9D157C6090AF}">
      <dgm:prSet/>
      <dgm:spPr/>
      <dgm:t>
        <a:bodyPr/>
        <a:lstStyle/>
        <a:p>
          <a:endParaRPr lang="en-US"/>
        </a:p>
      </dgm:t>
    </dgm:pt>
    <dgm:pt modelId="{387E721C-2904-4AFB-BCB9-FAD8F0DB6F10}">
      <dgm:prSet/>
      <dgm:spPr/>
      <dgm:t>
        <a:bodyPr/>
        <a:lstStyle/>
        <a:p>
          <a:r>
            <a:rPr lang="es-PE" baseline="0"/>
            <a:t>Git y GitHub</a:t>
          </a:r>
          <a:endParaRPr lang="en-US"/>
        </a:p>
      </dgm:t>
    </dgm:pt>
    <dgm:pt modelId="{BE57E668-5309-40EB-A951-5CC6867AF88C}" type="parTrans" cxnId="{FD20F648-698F-4F95-88EB-CA922B0B8911}">
      <dgm:prSet/>
      <dgm:spPr/>
      <dgm:t>
        <a:bodyPr/>
        <a:lstStyle/>
        <a:p>
          <a:endParaRPr lang="en-US"/>
        </a:p>
      </dgm:t>
    </dgm:pt>
    <dgm:pt modelId="{702D0B75-9B21-417F-8027-BA9F3BCA5043}" type="sibTrans" cxnId="{FD20F648-698F-4F95-88EB-CA922B0B8911}">
      <dgm:prSet/>
      <dgm:spPr/>
      <dgm:t>
        <a:bodyPr/>
        <a:lstStyle/>
        <a:p>
          <a:endParaRPr lang="en-US"/>
        </a:p>
      </dgm:t>
    </dgm:pt>
    <dgm:pt modelId="{791EF9A9-FF14-4ECA-8A94-4702D49CC0BA}" type="pres">
      <dgm:prSet presAssocID="{533CC05E-1108-4A3D-87BE-09AF24C376F0}" presName="root" presStyleCnt="0">
        <dgm:presLayoutVars>
          <dgm:dir/>
          <dgm:resizeHandles val="exact"/>
        </dgm:presLayoutVars>
      </dgm:prSet>
      <dgm:spPr/>
    </dgm:pt>
    <dgm:pt modelId="{5B3CD2C9-62A7-4A56-9ECB-5E0592BBB863}" type="pres">
      <dgm:prSet presAssocID="{5397E903-1469-4F13-8FAF-FF7A20B9690C}" presName="compNode" presStyleCnt="0"/>
      <dgm:spPr/>
    </dgm:pt>
    <dgm:pt modelId="{AAFCACBD-699D-4397-A930-9ACD7910AE75}" type="pres">
      <dgm:prSet presAssocID="{5397E903-1469-4F13-8FAF-FF7A20B9690C}" presName="bgRect" presStyleLbl="bgShp" presStyleIdx="0" presStyleCnt="3"/>
      <dgm:spPr/>
    </dgm:pt>
    <dgm:pt modelId="{288285BA-BBF5-42C9-B08B-BA69271D9BAD}" type="pres">
      <dgm:prSet presAssocID="{5397E903-1469-4F13-8FAF-FF7A20B9690C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adora"/>
        </a:ext>
      </dgm:extLst>
    </dgm:pt>
    <dgm:pt modelId="{F971C3B3-EC08-4728-A4EC-5A48B1D634AC}" type="pres">
      <dgm:prSet presAssocID="{5397E903-1469-4F13-8FAF-FF7A20B9690C}" presName="spaceRect" presStyleCnt="0"/>
      <dgm:spPr/>
    </dgm:pt>
    <dgm:pt modelId="{3726D888-20B0-4FDD-AF35-061073FDD63F}" type="pres">
      <dgm:prSet presAssocID="{5397E903-1469-4F13-8FAF-FF7A20B9690C}" presName="parTx" presStyleLbl="revTx" presStyleIdx="0" presStyleCnt="6">
        <dgm:presLayoutVars>
          <dgm:chMax val="0"/>
          <dgm:chPref val="0"/>
        </dgm:presLayoutVars>
      </dgm:prSet>
      <dgm:spPr/>
    </dgm:pt>
    <dgm:pt modelId="{C05F4F55-9BF4-4A45-B202-87FBFC47895E}" type="pres">
      <dgm:prSet presAssocID="{5397E903-1469-4F13-8FAF-FF7A20B9690C}" presName="desTx" presStyleLbl="revTx" presStyleIdx="1" presStyleCnt="6">
        <dgm:presLayoutVars/>
      </dgm:prSet>
      <dgm:spPr/>
    </dgm:pt>
    <dgm:pt modelId="{3E11634D-77EC-4E98-B206-F480D3C68295}" type="pres">
      <dgm:prSet presAssocID="{26CF4D44-0893-4ABF-B8BF-0FAF3A0D2A61}" presName="sibTrans" presStyleCnt="0"/>
      <dgm:spPr/>
    </dgm:pt>
    <dgm:pt modelId="{0B915C28-62D6-4629-9596-EE1F37CE20ED}" type="pres">
      <dgm:prSet presAssocID="{933E7D05-8D56-4C2D-9E9B-465C577BBA32}" presName="compNode" presStyleCnt="0"/>
      <dgm:spPr/>
    </dgm:pt>
    <dgm:pt modelId="{8B1DFA10-F7E9-4CD6-8EBF-1FF6BBA04CC2}" type="pres">
      <dgm:prSet presAssocID="{933E7D05-8D56-4C2D-9E9B-465C577BBA32}" presName="bgRect" presStyleLbl="bgShp" presStyleIdx="1" presStyleCnt="3"/>
      <dgm:spPr/>
    </dgm:pt>
    <dgm:pt modelId="{F57F9BF2-9585-42DA-9D18-41314B82CB82}" type="pres">
      <dgm:prSet presAssocID="{933E7D05-8D56-4C2D-9E9B-465C577BBA3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3B506169-13BB-4C95-BC49-D512451AF23E}" type="pres">
      <dgm:prSet presAssocID="{933E7D05-8D56-4C2D-9E9B-465C577BBA32}" presName="spaceRect" presStyleCnt="0"/>
      <dgm:spPr/>
    </dgm:pt>
    <dgm:pt modelId="{03ACCB8B-3C11-4C62-9387-9D7782115097}" type="pres">
      <dgm:prSet presAssocID="{933E7D05-8D56-4C2D-9E9B-465C577BBA32}" presName="parTx" presStyleLbl="revTx" presStyleIdx="2" presStyleCnt="6">
        <dgm:presLayoutVars>
          <dgm:chMax val="0"/>
          <dgm:chPref val="0"/>
        </dgm:presLayoutVars>
      </dgm:prSet>
      <dgm:spPr/>
    </dgm:pt>
    <dgm:pt modelId="{D707CA99-E296-48EB-A64E-80A333E04291}" type="pres">
      <dgm:prSet presAssocID="{933E7D05-8D56-4C2D-9E9B-465C577BBA32}" presName="desTx" presStyleLbl="revTx" presStyleIdx="3" presStyleCnt="6">
        <dgm:presLayoutVars/>
      </dgm:prSet>
      <dgm:spPr/>
    </dgm:pt>
    <dgm:pt modelId="{E00AE15F-1885-45EC-9149-4CD908BB29E0}" type="pres">
      <dgm:prSet presAssocID="{D0F8B9E8-D91C-4AEC-9F09-E2088B41716C}" presName="sibTrans" presStyleCnt="0"/>
      <dgm:spPr/>
    </dgm:pt>
    <dgm:pt modelId="{D8CFA020-F003-4987-8F65-3E4EA3C5763A}" type="pres">
      <dgm:prSet presAssocID="{1CDA0455-251B-4A57-B9BC-2AE98FA06BDC}" presName="compNode" presStyleCnt="0"/>
      <dgm:spPr/>
    </dgm:pt>
    <dgm:pt modelId="{B5F75550-EE5B-450F-9A1B-37AC59E37EB2}" type="pres">
      <dgm:prSet presAssocID="{1CDA0455-251B-4A57-B9BC-2AE98FA06BDC}" presName="bgRect" presStyleLbl="bgShp" presStyleIdx="2" presStyleCnt="3"/>
      <dgm:spPr/>
    </dgm:pt>
    <dgm:pt modelId="{25EC1312-F5FA-4984-AF0B-F81A38E950C6}" type="pres">
      <dgm:prSet presAssocID="{1CDA0455-251B-4A57-B9BC-2AE98FA06BD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ck"/>
        </a:ext>
      </dgm:extLst>
    </dgm:pt>
    <dgm:pt modelId="{A8B76758-9352-4CE6-9685-0B7110A750BC}" type="pres">
      <dgm:prSet presAssocID="{1CDA0455-251B-4A57-B9BC-2AE98FA06BDC}" presName="spaceRect" presStyleCnt="0"/>
      <dgm:spPr/>
    </dgm:pt>
    <dgm:pt modelId="{63B8D2AF-6B4F-4D6F-BB8A-3F1D2B4ED21E}" type="pres">
      <dgm:prSet presAssocID="{1CDA0455-251B-4A57-B9BC-2AE98FA06BDC}" presName="parTx" presStyleLbl="revTx" presStyleIdx="4" presStyleCnt="6">
        <dgm:presLayoutVars>
          <dgm:chMax val="0"/>
          <dgm:chPref val="0"/>
        </dgm:presLayoutVars>
      </dgm:prSet>
      <dgm:spPr/>
    </dgm:pt>
    <dgm:pt modelId="{043C8A61-763B-43AA-B39A-0CF1AE99269C}" type="pres">
      <dgm:prSet presAssocID="{1CDA0455-251B-4A57-B9BC-2AE98FA06BDC}" presName="desTx" presStyleLbl="revTx" presStyleIdx="5" presStyleCnt="6">
        <dgm:presLayoutVars/>
      </dgm:prSet>
      <dgm:spPr/>
    </dgm:pt>
  </dgm:ptLst>
  <dgm:cxnLst>
    <dgm:cxn modelId="{671DC900-9DF2-44D3-925E-3F5CA235125E}" type="presOf" srcId="{6EC2D6FD-19B8-43FC-B8B1-3374266CAB81}" destId="{D707CA99-E296-48EB-A64E-80A333E04291}" srcOrd="0" destOrd="0" presId="urn:microsoft.com/office/officeart/2018/2/layout/IconVerticalSolidList"/>
    <dgm:cxn modelId="{8329FF03-35C7-4032-B2EB-3FD417A1159F}" type="presOf" srcId="{387E721C-2904-4AFB-BCB9-FAD8F0DB6F10}" destId="{043C8A61-763B-43AA-B39A-0CF1AE99269C}" srcOrd="0" destOrd="0" presId="urn:microsoft.com/office/officeart/2018/2/layout/IconVerticalSolidList"/>
    <dgm:cxn modelId="{0ED78F1C-4805-426B-BF87-4CD11D4F3645}" type="presOf" srcId="{533CC05E-1108-4A3D-87BE-09AF24C376F0}" destId="{791EF9A9-FF14-4ECA-8A94-4702D49CC0BA}" srcOrd="0" destOrd="0" presId="urn:microsoft.com/office/officeart/2018/2/layout/IconVerticalSolidList"/>
    <dgm:cxn modelId="{7C886E2F-6BAB-4E15-9665-297CDF89BAAB}" srcId="{533CC05E-1108-4A3D-87BE-09AF24C376F0}" destId="{933E7D05-8D56-4C2D-9E9B-465C577BBA32}" srcOrd="1" destOrd="0" parTransId="{B4549363-B80D-48ED-AAC5-8C2681A1F688}" sibTransId="{D0F8B9E8-D91C-4AEC-9F09-E2088B41716C}"/>
    <dgm:cxn modelId="{56CEBE40-6E40-454E-B95E-6FEFDF49F211}" type="presOf" srcId="{5397E903-1469-4F13-8FAF-FF7A20B9690C}" destId="{3726D888-20B0-4FDD-AF35-061073FDD63F}" srcOrd="0" destOrd="0" presId="urn:microsoft.com/office/officeart/2018/2/layout/IconVerticalSolidList"/>
    <dgm:cxn modelId="{FD20F648-698F-4F95-88EB-CA922B0B8911}" srcId="{1CDA0455-251B-4A57-B9BC-2AE98FA06BDC}" destId="{387E721C-2904-4AFB-BCB9-FAD8F0DB6F10}" srcOrd="0" destOrd="0" parTransId="{BE57E668-5309-40EB-A951-5CC6867AF88C}" sibTransId="{702D0B75-9B21-417F-8027-BA9F3BCA5043}"/>
    <dgm:cxn modelId="{F073B574-3419-4576-A7B8-9D157C6090AF}" srcId="{533CC05E-1108-4A3D-87BE-09AF24C376F0}" destId="{1CDA0455-251B-4A57-B9BC-2AE98FA06BDC}" srcOrd="2" destOrd="0" parTransId="{28E3C32E-9619-4041-B8A2-2E4086F6289C}" sibTransId="{0C28C86F-1BCE-4AF2-9F0B-77CA95C5726C}"/>
    <dgm:cxn modelId="{87F69C56-5580-4639-9134-C5BF2DE67CA6}" srcId="{5397E903-1469-4F13-8FAF-FF7A20B9690C}" destId="{BE7B4514-0EBD-44B1-9859-AB22A883D61D}" srcOrd="0" destOrd="0" parTransId="{2FBE23D8-B0CE-4804-8358-ED7DBEE2910B}" sibTransId="{460F8236-C8CB-4221-9896-7CF09A6FF429}"/>
    <dgm:cxn modelId="{679C2A59-278D-40CF-98E9-3D22AFB9F5EC}" type="presOf" srcId="{BE7B4514-0EBD-44B1-9859-AB22A883D61D}" destId="{C05F4F55-9BF4-4A45-B202-87FBFC47895E}" srcOrd="0" destOrd="0" presId="urn:microsoft.com/office/officeart/2018/2/layout/IconVerticalSolidList"/>
    <dgm:cxn modelId="{03F410A3-951E-44A5-854F-1B16584D5CE3}" type="presOf" srcId="{1CDA0455-251B-4A57-B9BC-2AE98FA06BDC}" destId="{63B8D2AF-6B4F-4D6F-BB8A-3F1D2B4ED21E}" srcOrd="0" destOrd="0" presId="urn:microsoft.com/office/officeart/2018/2/layout/IconVerticalSolidList"/>
    <dgm:cxn modelId="{B11F02A4-340D-4FC0-B7CA-F2BAEC2C0A30}" srcId="{533CC05E-1108-4A3D-87BE-09AF24C376F0}" destId="{5397E903-1469-4F13-8FAF-FF7A20B9690C}" srcOrd="0" destOrd="0" parTransId="{CC3C012F-04D3-4AC6-AD2E-01F41690A7F1}" sibTransId="{26CF4D44-0893-4ABF-B8BF-0FAF3A0D2A61}"/>
    <dgm:cxn modelId="{0F8A9ED6-901B-4F19-9E9E-0C253326A2D6}" srcId="{933E7D05-8D56-4C2D-9E9B-465C577BBA32}" destId="{6EC2D6FD-19B8-43FC-B8B1-3374266CAB81}" srcOrd="0" destOrd="0" parTransId="{26A67D4A-3C67-4628-A496-05FBAADC69D0}" sibTransId="{6ACE1F3E-3EB8-453B-8A0F-8E9C1CF0165F}"/>
    <dgm:cxn modelId="{5B5DF6EB-FC4C-4E3E-A027-E9477F2127E8}" type="presOf" srcId="{933E7D05-8D56-4C2D-9E9B-465C577BBA32}" destId="{03ACCB8B-3C11-4C62-9387-9D7782115097}" srcOrd="0" destOrd="0" presId="urn:microsoft.com/office/officeart/2018/2/layout/IconVerticalSolidList"/>
    <dgm:cxn modelId="{4B1AB577-93BF-44A3-AD15-2C6C13008698}" type="presParOf" srcId="{791EF9A9-FF14-4ECA-8A94-4702D49CC0BA}" destId="{5B3CD2C9-62A7-4A56-9ECB-5E0592BBB863}" srcOrd="0" destOrd="0" presId="urn:microsoft.com/office/officeart/2018/2/layout/IconVerticalSolidList"/>
    <dgm:cxn modelId="{F139BDA9-2E95-450E-B083-82CAE665520F}" type="presParOf" srcId="{5B3CD2C9-62A7-4A56-9ECB-5E0592BBB863}" destId="{AAFCACBD-699D-4397-A930-9ACD7910AE75}" srcOrd="0" destOrd="0" presId="urn:microsoft.com/office/officeart/2018/2/layout/IconVerticalSolidList"/>
    <dgm:cxn modelId="{4E244722-DDC5-4CF4-9202-7D80DC0CFFB0}" type="presParOf" srcId="{5B3CD2C9-62A7-4A56-9ECB-5E0592BBB863}" destId="{288285BA-BBF5-42C9-B08B-BA69271D9BAD}" srcOrd="1" destOrd="0" presId="urn:microsoft.com/office/officeart/2018/2/layout/IconVerticalSolidList"/>
    <dgm:cxn modelId="{8B8DCCB0-1A64-47C3-9AA8-445AA2801FE8}" type="presParOf" srcId="{5B3CD2C9-62A7-4A56-9ECB-5E0592BBB863}" destId="{F971C3B3-EC08-4728-A4EC-5A48B1D634AC}" srcOrd="2" destOrd="0" presId="urn:microsoft.com/office/officeart/2018/2/layout/IconVerticalSolidList"/>
    <dgm:cxn modelId="{730686F8-9569-47DE-8456-51791637CB6B}" type="presParOf" srcId="{5B3CD2C9-62A7-4A56-9ECB-5E0592BBB863}" destId="{3726D888-20B0-4FDD-AF35-061073FDD63F}" srcOrd="3" destOrd="0" presId="urn:microsoft.com/office/officeart/2018/2/layout/IconVerticalSolidList"/>
    <dgm:cxn modelId="{61278430-AF65-4625-97A4-F040487CD8A7}" type="presParOf" srcId="{5B3CD2C9-62A7-4A56-9ECB-5E0592BBB863}" destId="{C05F4F55-9BF4-4A45-B202-87FBFC47895E}" srcOrd="4" destOrd="0" presId="urn:microsoft.com/office/officeart/2018/2/layout/IconVerticalSolidList"/>
    <dgm:cxn modelId="{16777FDA-B9FB-4B41-BF72-D46EE4553A0D}" type="presParOf" srcId="{791EF9A9-FF14-4ECA-8A94-4702D49CC0BA}" destId="{3E11634D-77EC-4E98-B206-F480D3C68295}" srcOrd="1" destOrd="0" presId="urn:microsoft.com/office/officeart/2018/2/layout/IconVerticalSolidList"/>
    <dgm:cxn modelId="{C8FA60E3-ED03-403A-B672-5F36FEDB9BBE}" type="presParOf" srcId="{791EF9A9-FF14-4ECA-8A94-4702D49CC0BA}" destId="{0B915C28-62D6-4629-9596-EE1F37CE20ED}" srcOrd="2" destOrd="0" presId="urn:microsoft.com/office/officeart/2018/2/layout/IconVerticalSolidList"/>
    <dgm:cxn modelId="{E24B86B4-9E65-4FC7-B5DD-49AC4AEDD486}" type="presParOf" srcId="{0B915C28-62D6-4629-9596-EE1F37CE20ED}" destId="{8B1DFA10-F7E9-4CD6-8EBF-1FF6BBA04CC2}" srcOrd="0" destOrd="0" presId="urn:microsoft.com/office/officeart/2018/2/layout/IconVerticalSolidList"/>
    <dgm:cxn modelId="{A5FBD5FA-B73B-4CE9-ADB8-3FAABDC07782}" type="presParOf" srcId="{0B915C28-62D6-4629-9596-EE1F37CE20ED}" destId="{F57F9BF2-9585-42DA-9D18-41314B82CB82}" srcOrd="1" destOrd="0" presId="urn:microsoft.com/office/officeart/2018/2/layout/IconVerticalSolidList"/>
    <dgm:cxn modelId="{66C82955-B3BF-48AA-90E2-32D519BD7D8A}" type="presParOf" srcId="{0B915C28-62D6-4629-9596-EE1F37CE20ED}" destId="{3B506169-13BB-4C95-BC49-D512451AF23E}" srcOrd="2" destOrd="0" presId="urn:microsoft.com/office/officeart/2018/2/layout/IconVerticalSolidList"/>
    <dgm:cxn modelId="{23A25596-B150-4228-9D19-FFEA6D15CC00}" type="presParOf" srcId="{0B915C28-62D6-4629-9596-EE1F37CE20ED}" destId="{03ACCB8B-3C11-4C62-9387-9D7782115097}" srcOrd="3" destOrd="0" presId="urn:microsoft.com/office/officeart/2018/2/layout/IconVerticalSolidList"/>
    <dgm:cxn modelId="{53300ADE-AAA7-45AD-9C4A-03CB69403E1A}" type="presParOf" srcId="{0B915C28-62D6-4629-9596-EE1F37CE20ED}" destId="{D707CA99-E296-48EB-A64E-80A333E04291}" srcOrd="4" destOrd="0" presId="urn:microsoft.com/office/officeart/2018/2/layout/IconVerticalSolidList"/>
    <dgm:cxn modelId="{94DA3FB6-E846-4145-9BC5-8C59E11A5C99}" type="presParOf" srcId="{791EF9A9-FF14-4ECA-8A94-4702D49CC0BA}" destId="{E00AE15F-1885-45EC-9149-4CD908BB29E0}" srcOrd="3" destOrd="0" presId="urn:microsoft.com/office/officeart/2018/2/layout/IconVerticalSolidList"/>
    <dgm:cxn modelId="{D2387D35-1401-42F1-AE8A-C5422013D032}" type="presParOf" srcId="{791EF9A9-FF14-4ECA-8A94-4702D49CC0BA}" destId="{D8CFA020-F003-4987-8F65-3E4EA3C5763A}" srcOrd="4" destOrd="0" presId="urn:microsoft.com/office/officeart/2018/2/layout/IconVerticalSolidList"/>
    <dgm:cxn modelId="{D5CDCF09-0BBC-491C-B6C4-3CAA8333E234}" type="presParOf" srcId="{D8CFA020-F003-4987-8F65-3E4EA3C5763A}" destId="{B5F75550-EE5B-450F-9A1B-37AC59E37EB2}" srcOrd="0" destOrd="0" presId="urn:microsoft.com/office/officeart/2018/2/layout/IconVerticalSolidList"/>
    <dgm:cxn modelId="{E316417E-83AC-43FD-A9D7-D5412DFA1F7C}" type="presParOf" srcId="{D8CFA020-F003-4987-8F65-3E4EA3C5763A}" destId="{25EC1312-F5FA-4984-AF0B-F81A38E950C6}" srcOrd="1" destOrd="0" presId="urn:microsoft.com/office/officeart/2018/2/layout/IconVerticalSolidList"/>
    <dgm:cxn modelId="{FEDD4AD8-6570-4E7B-82C8-40440B16FCF6}" type="presParOf" srcId="{D8CFA020-F003-4987-8F65-3E4EA3C5763A}" destId="{A8B76758-9352-4CE6-9685-0B7110A750BC}" srcOrd="2" destOrd="0" presId="urn:microsoft.com/office/officeart/2018/2/layout/IconVerticalSolidList"/>
    <dgm:cxn modelId="{9F14C096-A32E-4D5C-95FF-88EA3049F9D3}" type="presParOf" srcId="{D8CFA020-F003-4987-8F65-3E4EA3C5763A}" destId="{63B8D2AF-6B4F-4D6F-BB8A-3F1D2B4ED21E}" srcOrd="3" destOrd="0" presId="urn:microsoft.com/office/officeart/2018/2/layout/IconVerticalSolidList"/>
    <dgm:cxn modelId="{DB6C5495-F509-4AF9-97EF-D06C2779C737}" type="presParOf" srcId="{D8CFA020-F003-4987-8F65-3E4EA3C5763A}" destId="{043C8A61-763B-43AA-B39A-0CF1AE99269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7B81F7-600A-4978-8280-4D1EAFF62E15}">
      <dsp:nvSpPr>
        <dsp:cNvPr id="0" name=""/>
        <dsp:cNvSpPr/>
      </dsp:nvSpPr>
      <dsp:spPr>
        <a:xfrm>
          <a:off x="0" y="0"/>
          <a:ext cx="7886552" cy="92432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baseline="0"/>
            <a:t>Es una aplicación web integral que permite:</a:t>
          </a:r>
          <a:endParaRPr lang="en-US" sz="2400" kern="1200"/>
        </a:p>
      </dsp:txBody>
      <dsp:txXfrm>
        <a:off x="27073" y="27073"/>
        <a:ext cx="6811027" cy="870179"/>
      </dsp:txXfrm>
    </dsp:sp>
    <dsp:sp modelId="{C93BE2DD-2901-4F87-9EA0-1530E4B5CA63}">
      <dsp:nvSpPr>
        <dsp:cNvPr id="0" name=""/>
        <dsp:cNvSpPr/>
      </dsp:nvSpPr>
      <dsp:spPr>
        <a:xfrm>
          <a:off x="660498" y="1092384"/>
          <a:ext cx="7886552" cy="924325"/>
        </a:xfrm>
        <a:prstGeom prst="roundRect">
          <a:avLst>
            <a:gd name="adj" fmla="val 10000"/>
          </a:avLst>
        </a:prstGeom>
        <a:solidFill>
          <a:schemeClr val="accent2">
            <a:hueOff val="-2474889"/>
            <a:satOff val="807"/>
            <a:lumOff val="-719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baseline="0"/>
            <a:t>La gestión digital de libros y reservas.</a:t>
          </a:r>
          <a:endParaRPr lang="en-US" sz="2400" kern="1200"/>
        </a:p>
      </dsp:txBody>
      <dsp:txXfrm>
        <a:off x="687571" y="1119457"/>
        <a:ext cx="6571096" cy="870179"/>
      </dsp:txXfrm>
    </dsp:sp>
    <dsp:sp modelId="{B18D0EF0-1FA3-4265-B87E-47A197AD39DC}">
      <dsp:nvSpPr>
        <dsp:cNvPr id="0" name=""/>
        <dsp:cNvSpPr/>
      </dsp:nvSpPr>
      <dsp:spPr>
        <a:xfrm>
          <a:off x="1311139" y="2184768"/>
          <a:ext cx="7886552" cy="924325"/>
        </a:xfrm>
        <a:prstGeom prst="roundRect">
          <a:avLst>
            <a:gd name="adj" fmla="val 10000"/>
          </a:avLst>
        </a:prstGeom>
        <a:solidFill>
          <a:schemeClr val="accent2">
            <a:hueOff val="-4949778"/>
            <a:satOff val="1615"/>
            <a:lumOff val="-1438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baseline="0"/>
            <a:t>La administración de autores, categorías y editoriales</a:t>
          </a:r>
          <a:endParaRPr lang="en-US" sz="2400" kern="1200"/>
        </a:p>
      </dsp:txBody>
      <dsp:txXfrm>
        <a:off x="1338212" y="2211841"/>
        <a:ext cx="6580954" cy="870179"/>
      </dsp:txXfrm>
    </dsp:sp>
    <dsp:sp modelId="{493688D8-A359-49F7-B18C-DCD202BDD45D}">
      <dsp:nvSpPr>
        <dsp:cNvPr id="0" name=""/>
        <dsp:cNvSpPr/>
      </dsp:nvSpPr>
      <dsp:spPr>
        <a:xfrm>
          <a:off x="1971638" y="3277152"/>
          <a:ext cx="7886552" cy="924325"/>
        </a:xfrm>
        <a:prstGeom prst="roundRect">
          <a:avLst>
            <a:gd name="adj" fmla="val 10000"/>
          </a:avLst>
        </a:prstGeom>
        <a:solidFill>
          <a:schemeClr val="accent2">
            <a:hueOff val="-7424668"/>
            <a:satOff val="2422"/>
            <a:lumOff val="-2157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400" kern="1200" baseline="0"/>
            <a:t>Una experiencia sencilla tanto para usuarios lectores como para administradores.</a:t>
          </a:r>
          <a:endParaRPr lang="en-US" sz="2400" kern="1200"/>
        </a:p>
      </dsp:txBody>
      <dsp:txXfrm>
        <a:off x="1998711" y="3304225"/>
        <a:ext cx="6571096" cy="870179"/>
      </dsp:txXfrm>
    </dsp:sp>
    <dsp:sp modelId="{11294CCD-303E-4B9B-B2CC-4DC4A9F3E8E6}">
      <dsp:nvSpPr>
        <dsp:cNvPr id="0" name=""/>
        <dsp:cNvSpPr/>
      </dsp:nvSpPr>
      <dsp:spPr>
        <a:xfrm>
          <a:off x="7285741" y="707949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7420923" y="707949"/>
        <a:ext cx="330447" cy="452110"/>
      </dsp:txXfrm>
    </dsp:sp>
    <dsp:sp modelId="{A30C7ADE-05E5-4049-B2C8-1C15657DAA6D}">
      <dsp:nvSpPr>
        <dsp:cNvPr id="0" name=""/>
        <dsp:cNvSpPr/>
      </dsp:nvSpPr>
      <dsp:spPr>
        <a:xfrm>
          <a:off x="7946240" y="1800333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3704308"/>
            <a:satOff val="790"/>
            <a:lumOff val="-26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3704308"/>
              <a:satOff val="790"/>
              <a:lumOff val="-2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081422" y="1800333"/>
        <a:ext cx="330447" cy="452110"/>
      </dsp:txXfrm>
    </dsp:sp>
    <dsp:sp modelId="{3037F91E-95FE-462B-BB3A-CCB1A472F261}">
      <dsp:nvSpPr>
        <dsp:cNvPr id="0" name=""/>
        <dsp:cNvSpPr/>
      </dsp:nvSpPr>
      <dsp:spPr>
        <a:xfrm>
          <a:off x="8596880" y="2892717"/>
          <a:ext cx="600811" cy="60081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7408615"/>
            <a:satOff val="1581"/>
            <a:lumOff val="-519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-7408615"/>
              <a:satOff val="1581"/>
              <a:lumOff val="-51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700" kern="1200"/>
        </a:p>
      </dsp:txBody>
      <dsp:txXfrm>
        <a:off x="8732062" y="2892717"/>
        <a:ext cx="330447" cy="4521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FCACBD-699D-4397-A930-9ACD7910AE75}">
      <dsp:nvSpPr>
        <dsp:cNvPr id="0" name=""/>
        <dsp:cNvSpPr/>
      </dsp:nvSpPr>
      <dsp:spPr>
        <a:xfrm>
          <a:off x="0" y="531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8285BA-BBF5-42C9-B08B-BA69271D9BAD}">
      <dsp:nvSpPr>
        <dsp:cNvPr id="0" name=""/>
        <dsp:cNvSpPr/>
      </dsp:nvSpPr>
      <dsp:spPr>
        <a:xfrm>
          <a:off x="375988" y="280191"/>
          <a:ext cx="683614" cy="6836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26D888-20B0-4FDD-AF35-061073FDD63F}">
      <dsp:nvSpPr>
        <dsp:cNvPr id="0" name=""/>
        <dsp:cNvSpPr/>
      </dsp:nvSpPr>
      <dsp:spPr>
        <a:xfrm>
          <a:off x="1435590" y="531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Backend:</a:t>
          </a:r>
          <a:endParaRPr lang="en-US" sz="2500" kern="1200"/>
        </a:p>
      </dsp:txBody>
      <dsp:txXfrm>
        <a:off x="1435590" y="531"/>
        <a:ext cx="4151595" cy="1242935"/>
      </dsp:txXfrm>
    </dsp:sp>
    <dsp:sp modelId="{C05F4F55-9BF4-4A45-B202-87FBFC47895E}">
      <dsp:nvSpPr>
        <dsp:cNvPr id="0" name=""/>
        <dsp:cNvSpPr/>
      </dsp:nvSpPr>
      <dsp:spPr>
        <a:xfrm>
          <a:off x="5587186" y="531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Java, Spring Boot, MySQL</a:t>
          </a:r>
          <a:endParaRPr lang="en-US" sz="1800" kern="1200"/>
        </a:p>
      </dsp:txBody>
      <dsp:txXfrm>
        <a:off x="5587186" y="531"/>
        <a:ext cx="3638580" cy="1242935"/>
      </dsp:txXfrm>
    </dsp:sp>
    <dsp:sp modelId="{8B1DFA10-F7E9-4CD6-8EBF-1FF6BBA04CC2}">
      <dsp:nvSpPr>
        <dsp:cNvPr id="0" name=""/>
        <dsp:cNvSpPr/>
      </dsp:nvSpPr>
      <dsp:spPr>
        <a:xfrm>
          <a:off x="0" y="1554201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7F9BF2-9585-42DA-9D18-41314B82CB82}">
      <dsp:nvSpPr>
        <dsp:cNvPr id="0" name=""/>
        <dsp:cNvSpPr/>
      </dsp:nvSpPr>
      <dsp:spPr>
        <a:xfrm>
          <a:off x="375988" y="1833861"/>
          <a:ext cx="683614" cy="6836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ACCB8B-3C11-4C62-9387-9D7782115097}">
      <dsp:nvSpPr>
        <dsp:cNvPr id="0" name=""/>
        <dsp:cNvSpPr/>
      </dsp:nvSpPr>
      <dsp:spPr>
        <a:xfrm>
          <a:off x="1435590" y="1554201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Frontend:</a:t>
          </a:r>
          <a:endParaRPr lang="en-US" sz="2500" kern="1200"/>
        </a:p>
      </dsp:txBody>
      <dsp:txXfrm>
        <a:off x="1435590" y="1554201"/>
        <a:ext cx="4151595" cy="1242935"/>
      </dsp:txXfrm>
    </dsp:sp>
    <dsp:sp modelId="{D707CA99-E296-48EB-A64E-80A333E04291}">
      <dsp:nvSpPr>
        <dsp:cNvPr id="0" name=""/>
        <dsp:cNvSpPr/>
      </dsp:nvSpPr>
      <dsp:spPr>
        <a:xfrm>
          <a:off x="5587186" y="1554201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HTML5, CSS3, JavaScript</a:t>
          </a:r>
          <a:endParaRPr lang="en-US" sz="1800" kern="1200"/>
        </a:p>
      </dsp:txBody>
      <dsp:txXfrm>
        <a:off x="5587186" y="1554201"/>
        <a:ext cx="3638580" cy="1242935"/>
      </dsp:txXfrm>
    </dsp:sp>
    <dsp:sp modelId="{B5F75550-EE5B-450F-9A1B-37AC59E37EB2}">
      <dsp:nvSpPr>
        <dsp:cNvPr id="0" name=""/>
        <dsp:cNvSpPr/>
      </dsp:nvSpPr>
      <dsp:spPr>
        <a:xfrm>
          <a:off x="0" y="3107870"/>
          <a:ext cx="9225767" cy="124293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EC1312-F5FA-4984-AF0B-F81A38E950C6}">
      <dsp:nvSpPr>
        <dsp:cNvPr id="0" name=""/>
        <dsp:cNvSpPr/>
      </dsp:nvSpPr>
      <dsp:spPr>
        <a:xfrm>
          <a:off x="375988" y="3387531"/>
          <a:ext cx="683614" cy="68361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8D2AF-6B4F-4D6F-BB8A-3F1D2B4ED21E}">
      <dsp:nvSpPr>
        <dsp:cNvPr id="0" name=""/>
        <dsp:cNvSpPr/>
      </dsp:nvSpPr>
      <dsp:spPr>
        <a:xfrm>
          <a:off x="1435590" y="3107870"/>
          <a:ext cx="4151595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2500" kern="1200" baseline="0"/>
            <a:t>Control de versiones:	</a:t>
          </a:r>
          <a:endParaRPr lang="en-US" sz="2500" kern="1200"/>
        </a:p>
      </dsp:txBody>
      <dsp:txXfrm>
        <a:off x="1435590" y="3107870"/>
        <a:ext cx="4151595" cy="1242935"/>
      </dsp:txXfrm>
    </dsp:sp>
    <dsp:sp modelId="{043C8A61-763B-43AA-B39A-0CF1AE99269C}">
      <dsp:nvSpPr>
        <dsp:cNvPr id="0" name=""/>
        <dsp:cNvSpPr/>
      </dsp:nvSpPr>
      <dsp:spPr>
        <a:xfrm>
          <a:off x="5587186" y="3107870"/>
          <a:ext cx="3638580" cy="12429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544" tIns="131544" rIns="131544" bIns="13154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800" kern="1200" baseline="0"/>
            <a:t>Git y GitHub</a:t>
          </a:r>
          <a:endParaRPr lang="en-US" sz="1800" kern="1200"/>
        </a:p>
      </dsp:txBody>
      <dsp:txXfrm>
        <a:off x="5587186" y="3107870"/>
        <a:ext cx="3638580" cy="12429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99367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57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2953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0704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63928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503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831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089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4068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49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3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6/13/2025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685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322BCA3-31C1-4329-B0BA-4748F937B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29284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A605F0-78A3-19E2-C189-3FCE21103C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1293" y="723331"/>
            <a:ext cx="8409414" cy="3875965"/>
          </a:xfrm>
          <a:noFill/>
        </p:spPr>
        <p:txBody>
          <a:bodyPr anchor="ctr">
            <a:normAutofit/>
          </a:bodyPr>
          <a:lstStyle/>
          <a:p>
            <a:r>
              <a:rPr lang="es-PE" sz="6000">
                <a:solidFill>
                  <a:schemeClr val="tx2"/>
                </a:solidFill>
              </a:rPr>
              <a:t>Avance Proyecto Final Integrador 3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9FD9B7-02D5-9C11-0DFD-4367317AF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291" y="5595582"/>
            <a:ext cx="8409415" cy="896658"/>
          </a:xfrm>
        </p:spPr>
        <p:txBody>
          <a:bodyPr>
            <a:normAutofit/>
          </a:bodyPr>
          <a:lstStyle/>
          <a:p>
            <a:pPr algn="r"/>
            <a:r>
              <a:rPr lang="es-PE" sz="2000">
                <a:solidFill>
                  <a:schemeClr val="accent2"/>
                </a:solidFill>
              </a:rPr>
              <a:t>Castillo Valero Miguel Angel</a:t>
            </a:r>
          </a:p>
        </p:txBody>
      </p:sp>
      <p:sp>
        <p:nvSpPr>
          <p:cNvPr id="17" name="Rectangle 9">
            <a:extLst>
              <a:ext uri="{FF2B5EF4-FFF2-40B4-BE49-F238E27FC236}">
                <a16:creationId xmlns:a16="http://schemas.microsoft.com/office/drawing/2014/main" id="{F6C1DD8F-426A-45F7-A524-5569263BE5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9916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1">
            <a:extLst>
              <a:ext uri="{FF2B5EF4-FFF2-40B4-BE49-F238E27FC236}">
                <a16:creationId xmlns:a16="http://schemas.microsoft.com/office/drawing/2014/main" id="{98D39CD7-AB20-4006-930C-6368406D0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750388" y="5359400"/>
            <a:ext cx="2550319" cy="0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3">
            <a:extLst>
              <a:ext uri="{FF2B5EF4-FFF2-40B4-BE49-F238E27FC236}">
                <a16:creationId xmlns:a16="http://schemas.microsoft.com/office/drawing/2014/main" id="{3D65D7AA-A0C8-491E-9211-059F0D299A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789054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185625-9DD1-F75F-F679-04096C019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es-PE" dirty="0"/>
              <a:t>¿Qué es el Sistema de Biblioteca Municipal?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EC9A8F5A-194D-DF6D-CCB3-A5BCC4C2E7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1416804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009572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543A8-CE34-E54E-FF75-043A31965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1DE301-4E7D-8A3F-0B94-F0D1CD2D6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Justificación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262274-402E-907A-0C6E-7B964DFAB1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Facilitar el acceso y préstamo de libros de forma digital.</a:t>
            </a:r>
          </a:p>
          <a:p>
            <a:r>
              <a:rPr lang="es-PE" dirty="0"/>
              <a:t>Optimizar el inventario y gestión de la biblioteca. </a:t>
            </a:r>
          </a:p>
          <a:p>
            <a:r>
              <a:rPr lang="es-PE" dirty="0"/>
              <a:t>Brindar una herramienta moderna y eficiente al personal y usuarios</a:t>
            </a:r>
          </a:p>
        </p:txBody>
      </p:sp>
    </p:spTree>
    <p:extLst>
      <p:ext uri="{BB962C8B-B14F-4D97-AF65-F5344CB8AC3E}">
        <p14:creationId xmlns:p14="http://schemas.microsoft.com/office/powerpoint/2010/main" val="174795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E4690-1FBB-39D0-69E4-D4E4AB2A0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3B2005-FD1F-DA53-BC3C-5A3C17208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PE" dirty="0"/>
              <a:t>Funcionalidades principales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92C7C7-D8CB-4584-B0B3-EF529106D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PE" dirty="0"/>
              <a:t>Consulta y reserva de libros por parte de usuarios.</a:t>
            </a:r>
          </a:p>
          <a:p>
            <a:r>
              <a:rPr lang="es-PE" dirty="0"/>
              <a:t>Gestión y devolución de reservas.</a:t>
            </a:r>
          </a:p>
          <a:p>
            <a:r>
              <a:rPr lang="es-PE" dirty="0"/>
              <a:t>CRUD de libros (alta, baja, edición).</a:t>
            </a:r>
          </a:p>
          <a:p>
            <a:r>
              <a:rPr lang="es-PE" dirty="0"/>
              <a:t>Administración de autores, editoriales y categorías. </a:t>
            </a:r>
          </a:p>
          <a:p>
            <a:r>
              <a:rPr lang="es-PE" dirty="0"/>
              <a:t>Control de disponibilidad y estado de los libros.</a:t>
            </a:r>
          </a:p>
        </p:txBody>
      </p:sp>
    </p:spTree>
    <p:extLst>
      <p:ext uri="{BB962C8B-B14F-4D97-AF65-F5344CB8AC3E}">
        <p14:creationId xmlns:p14="http://schemas.microsoft.com/office/powerpoint/2010/main" val="1342161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D7E7FA-13C0-A028-9B5A-422A79C26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7E169C-F919-0576-79FF-ECF966A0B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903" y="200967"/>
            <a:ext cx="9692640" cy="1325562"/>
          </a:xfrm>
        </p:spPr>
        <p:txBody>
          <a:bodyPr>
            <a:normAutofit/>
          </a:bodyPr>
          <a:lstStyle/>
          <a:p>
            <a:r>
              <a:rPr lang="es-PE" dirty="0"/>
              <a:t>Tecnologías utilizadas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3C71C-EE3C-44D8-8587-9A4D9D5CC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PE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C47D0D7B-8979-0211-ADED-802AEADC705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6398217"/>
              </p:ext>
            </p:extLst>
          </p:nvPr>
        </p:nvGraphicFramePr>
        <p:xfrm>
          <a:off x="1151340" y="1896425"/>
          <a:ext cx="922576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85901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56394-A366-C4CF-CDA8-37F8051B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Arquitectura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C5399F7F-9133-B75E-6501-CC76343458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58682" y="2339599"/>
            <a:ext cx="10295830" cy="2785059"/>
          </a:xfrm>
        </p:spPr>
      </p:pic>
    </p:spTree>
    <p:extLst>
      <p:ext uri="{BB962C8B-B14F-4D97-AF65-F5344CB8AC3E}">
        <p14:creationId xmlns:p14="http://schemas.microsoft.com/office/powerpoint/2010/main" val="293031996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Vista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TM03457515[[fn=Vista]]</Template>
  <TotalTime>14</TotalTime>
  <Words>155</Words>
  <Application>Microsoft Office PowerPoint</Application>
  <PresentationFormat>Panorámica</PresentationFormat>
  <Paragraphs>25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Arial</vt:lpstr>
      <vt:lpstr>Century Schoolbook</vt:lpstr>
      <vt:lpstr>Wingdings 2</vt:lpstr>
      <vt:lpstr>Vista</vt:lpstr>
      <vt:lpstr>Avance Proyecto Final Integrador 3</vt:lpstr>
      <vt:lpstr>¿Qué es el Sistema de Biblioteca Municipal?</vt:lpstr>
      <vt:lpstr>Justificación</vt:lpstr>
      <vt:lpstr>Funcionalidades principales</vt:lpstr>
      <vt:lpstr>Tecnologías utilizadas</vt:lpstr>
      <vt:lpstr>Arquitectura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ALUMNO - MIGUEL ANGEL CASTILLO VALERO</dc:creator>
  <cp:lastModifiedBy>ALUMNO - MIGUEL ANGEL CASTILLO VALERO</cp:lastModifiedBy>
  <cp:revision>1</cp:revision>
  <dcterms:created xsi:type="dcterms:W3CDTF">2025-06-14T04:05:48Z</dcterms:created>
  <dcterms:modified xsi:type="dcterms:W3CDTF">2025-06-14T04:20:34Z</dcterms:modified>
</cp:coreProperties>
</file>